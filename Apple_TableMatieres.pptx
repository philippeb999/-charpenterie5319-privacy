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ba028a0b-37b6-03c2-6cd8-f95de8215cc0}">
          <p14:sldIdLst>
            <p14:sldId id="256"/>
          </p14:sldIdLst>
        </p14:section>
        <p14:section name="Table des matières" id="{7311462c-30eb-8294-541c-6dac40df0f1f}">
          <p14:sldIdLst>
            <p14:sldId id="257"/>
            <p14:sldId id="258"/>
          </p14:sldIdLst>
        </p14:section>
        <p14:section name="Chapitres" id="{81f64af0-7aaf-fd8a-8e92-56e225afe28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ôture" id="{7015849c-eaa2-16e2-d944-38e506daff4d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Formation « Tablettes et téléphones Apple – iPad et iPhone ». Cette présentation reprend la table des matières : préface, 24 chapitres et une série d’exercices.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Après la préface, la formation couvre d’abord l’appareil lui‑même (chapitres 1 à 5), puis les applications essentielles du quotidien (chapitres 6 à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seconde moitié porte sur les applications multimédias, pratiques et les réglages avancés (chapitres 13 à 22), avant la conclusion, les sources et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 – Le monde des tablettes et des téléphones Apple (p. 1-1)
1.1. Introduction (p. 1-1)
1.2. Qu’est-ce qu’un iPad ? Qu’est-ce qu’un iPhone ? (p. 1-1)
1.3. Les appareils Apple et les autres (p. 1-2)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2 – Les tablettes et les téléphones Apple : principales caractéristiques (p. 2-1)
2.1. Contrôles physiques (p. 2-1)
   2.1.1. Bouton Marche/Arrêt – Veille/Éveil (p. 2-1)
   2.1.2. Touches de contrôle de volume et de sonnerie (p. 2-2)
   2.1.3. Bouton latéral (p. 2-2)
   2.1.4. Microphone et haut-parleurs (p. 2-2)
   2.1.5. Prise pour les écouteurs (p. 2-2)
   2.1.6. Prise Lightning, le câble d’alimentation et les adaptateurs (p. 2-3)
   2.1.7. Aimant (p. 2-3)
2.2. Dos de l’appareil (p. 2-3)
2.3. Devant de l’appareil (p. 2-3)
   2.3.1. Caméra avant (p. 2-3)
   2.3.2. Bouton principal (p. 2-4)
2.4. Écrans de l’iPad et de l’iPhone (p. 2-4)
   2.4.1. Écran de verrouillage (p. 2-4)
   2.4.2. Écran d’accueil (p. 2-5)
2.5. Applications (p. 2-5)
2.6. Orientation (p. 2-6)
2.7. Accessoires (p. 2-6)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3 – Le langage des doigts à l’écran (p. 3-1)
3.1. Défiler (p. 3-1)
3.2. Toucher (p. 3-1)
3.3. Zoomer (p. 3-1)
   3.3.1. Zoom avant (p. 3-1)
   3.3.2. Zoom arrière (p. 3-1)
3.4. Pivoter (p. 3-1)
3.5. Glisser (p. 3-2)
3.6. Retour à l’écran d’accueil (p. 3-2)
   3.6.1. Avec une tablette iPad (p. 3-2)
   3.6.2. Avec un téléphone iPhone (p. 3-2)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4 – Gérer les applications et personnaliser l’écran d’accueil (p. 4-1)
4.1. Déplacer une application (p. 4-1)
   4.1.1. Déplacement sur le même écran (p. 4-1)
   4.1.2. Déplacement d’un écran à un autre (p. 4-1)
4.2. Organiser des applications à l’aide de dossiers (p. 4-2)
   4.2.1. Créer des dossiers (p. 4-2)
   4.2.2. Modifier des dossiers (p. 4-2)
4.3. Désinstaller des applications (p. 4-3)
4.4. Basculer entre les Apps (p. 4-3)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5 – Les réglages de base (p. 5-1)
5.1. L’écran des réglages (p. 5-1)
   5.1.1. Sur un iPad (p. 5-1)
   5.1.2. Sur un iPhone (p. 5-1)
5.2. Contrôles dans les écrans Réglages (p. 5-2)
5.3. Mode Avion (p. 5-3)
5.4. Wi-Fi – connexion sans fil (p. 5-3)
5.5. Bluetooth (p. 5-4)
5.6. Réseau cellulaire (p. 5-5)
5.7. Général (p. 5-5)
   5.7.1. Informations (p. 5-5)
   5.7.2. Mise à jour logicielle (p. 5-5)
   5.7.3. Multitâche et Dock (p. 5-6)
   5.7.3. 1. Gestes (sur iPad) (p. 5-7)
   5.7.3. 2. Dock (p. 5-7)
   5.7.4. CarPlay (p. 5-7)
   5.7.5. Date et heure (p. 5-8)
   5.7.6. Clavier (p. 5-8)
   5.7.6. 1. Réglages de langue (p. 5-8)
   5.7.6. 2. Ajouter un clavier (p. 5-8)
   5.7.6. 3. Supprimer un clavier (p. 5-9)
   5.7.7. Langue et Région (p. 5-9)
   5.7.8. Dictionnaires (p. 5-10)
5.8. Affichage et Luminosité (p. 5-10)
   5.8.1. Luminosité (p. 5-10)
   5.8.2. Night Shift (p. 5-10)
   5.8.3. Verrouillage automatique (p. 5-11)
   5.8.4. Taille du texte (p. 5-11)
5.9. Fond d’écran (p. 5-11)
   5.9.1. Options (p. 5-12)
   5.9.2. Changer de fond d’écran (p. 5-12)
5.10. Sons (p. 5-13)
5.11. Touch ID et code (p. 5-13)
   5.11.1. Utiliser une empreinte digitale (p. 5-14)
   5.11.2. Définir un code (p. 5-14)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6 – Édition de texte (p. 6-1)
6.1. Réglages (p. 6-1)
6.2. Clavier (p. 6-2)
   6.2.1. Accéder au clavier (p. 6-2)
   6.2.2. Touches du clavier et leurs particularités (p. 6-2)
   6.2.3. Majuscules et minuscules (p. 6-3)
   6.2.4. Accents (p. 6-4)
   6.2.5. Chiffres, signes de ponctuation et symboles (p. 6-4)
   6.2.5. 1. Sur le clavier d’un iPad (p. 6-4)
   6.2.5. 2. Sur le clavier d’un iPhone (p. 6-5)
   6.2.5. 3. Retour vers un autre écran (p. 6-5)
   6.2.5. 4. Émoji (p. 6-5)
   6.2.6. Masquer le clavier (p. 6-5)
   6.2.7. Dicter (p. 6-6)
6.3. Outils d’aide à la rédaction (p. 6-6)
   6.3.1. Nouvelle page (p. 6-6)
   6.3.2. Prédictions (p. 6-7)
   6.3.3. Correcteur d’orthographe (p. 6-7)
   6.3.4. Correction automatique (p. 6-7)
   6.3.5. Positionnement du point d’insertion (p. 6-7)
   6.3.6. Modification et mise en forme de texte (p. 6-8)
   6.3.7. Déplacer du texte via glisser et déposer (p. 6-9)
   6.3.8. Suppression de texte (p. 6-10)
6.4. Impression de documents (p. 6-10)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7 – Contacts (p. 7-1)
7.1. Réglages (p. 7-1)
7.2. Accès à Contacts (p. 7-1)
   7.2.1. Sur une tablette iPad (p. 7-1)
   7.2.2. Sur un iPhone (p. 7-2)
7.3. Ajouter un contact (p. 7-2)
7.4. Rechercher un contact (p. 7-3)
7.5. Modifier un contact (p. 7-3)
7.6. Envoyer un courriel à partir d’un contact ou d’un groupe de contacts (p. 7-4)
7.7. Supprimer un contact (p. 7-4)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8 – Mail (courrier électronique) (p. 8-1)
8.1. Réglages (p. 8-1)
8.2. Accès au courrier électronique (p. 8-3)
   8.2.1. Sur un iPad (p. 8-3)
   8.2.2. Sur un iPhone (p. 8-3)
8.3. Fonctionnalités du courrier (p. 8-3)
   8.3.1. Outils (p. 8-3)
   8.3.2. Rédiger un message (p. 8-4)
   8.3.3. Envoyer un courriel (p. 8-4)
   8.3.4. Lire un message (p. 8-5)
   8.3.5. Marquer un message (p. 8-5)
   8.3.6. Répondre à un message (p. 8-5)
   8.3.7. Transférer un message (p. 8-5)
   8.3.8. Supprimer un message (p. 8-5)
   8.3.9. Imprimer un courriel (p. 8-6)
8.4. Pièces jointes aux messages courriel (p. 8-6)
   8.4.1. Lire une pièce jointe (p. 8-6)
   8.4.2. Enregistrer une pièce jointe (p. 8-6)
   8.4.3. Insérer une pièce jointe (photo ou vidéo) (p. 8-6)
8.5. Dossiers dans Mail (p. 8-7)
   8.5.1. Créer un dossier (p. 8-8)
   8.5.2. Supprimer un dossier (ou une boîte de courriel) (p. 8-8)
   8.5.3. Classer un message (p. 8-9)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9 – Calendrier (p. 9-1)
9.1. Réglages et accès (p. 9-1)
9.2. Utilisation (p. 9-1)
   9.2.1. Affichage et navigation (p. 9-1)
   9.2.2. Recherche (p. 9-2)
   9.2.3. Calendriers (p. 9-2)
   9.2.4. Ajouter un événement (p. 9-3)
   9.2.5. Supprimer un événement (p. 9-3)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10 – Safari (p. 10-1)
10.1. Réglages (p. 10-1)
10.2. Accès et contrôles (p. 10-2)
10.3. Mode Lecture (p. 10-3)
10.4. Liste de lecture (p. 10-4)
   10.4.1. Ajouter la page actuelle à la liste de lecture (p. 10-4)
   10.4.2. Accéder et afficher votre liste de lecture (p. 10-4)
   10.4.3. Supprimer un élément de la liste (p. 10-4)
10.5. Signets et dossiers (p. 10-4)
   10.5.1. Accès (p. 10-4)
   10.5.2. Créer des dossiers (p. 10-4)
   10.5.3. Ajouter un signet (p. 10-5)
   10.5.4. Afficher les favoris (p. 10-5)
   10.5.5. Déplacer des signets et des dossiers (p. 10-6)
   10.5.6. Supprimer des signets et des dossiers (p. 10-6)
10.6. Supprimer l’historique de navigation (p. 10-6)
10.7. Mode Navigation privée (p. 10-6)
10.8. Petits trucs (p. 10-7)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11 – Siri (p. 11-1)
11.1. Qu’est-ce que Siri (p. 11-1)
11.2. Pourquoi utiliser Siri ? (p. 11-1)
11.3. Comment utiliser Siri ? (p. 11-1)
   11.3.1. Activation (p. 11-1)
   11.3.2. Accès et mode d’emploi (p. 11-2)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12 – Stockage (p. 12-1)
12.1. iCloud (p. 12-1)
   12.1.1. Réglages (p. 12-1)
   12.1.2. Sauvegarde (p. 12-1)
   12.1.3. Stockage (p. 12-2)
   12.1.4. Partage (p. 12-3)
   12.1.5. Localiser (p. 12-3)
12.2. Autres fournisseurs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13 – Appareil photo (p. 13-1)
13.1. Réglages (p. 13-1)
13.2. Accès (p. 13-1)
13.3. Outils (p. 13-2)
13.4. Prise de photos (p. 13-3)
13.5. Prise de vidéos (p. 13-4)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14 – Photos (p. 14-1)
14.1. Réglages (p. 14-1)
14.2. Accès (p. 14-1)
14.3. Affichage des photos (p. 14-2)
14.4. Onglet Photos (p. 14-2)
   14.4.1. Les options d’affichage des photos et vidéos (p. 14-3)
   14.4.1. 1. Visionner une photo ou une vidéo en plein écran (p. 14-3)
   14.4.1. 2. Passer d’une vue à une autre (p. 14-3)
   14.4.1. 3. Effectuer un zoom (p. 14-3)
   14.4.1. 4. Autres options d’affichage (p. 14-3)
   14.4.2. Les diverses opérations (p. 14-4)
   14.4.2. 1. Identifier des personnes et des lieux (p. 14-4)
   14.4.2. 2. Modifier une photo (p. 14-4)
   14.4.2. 3. Partager une photo ou une vidéo (p. 14-5)
   14.4.2. 4. Supprimer une ou des photos ou vidéos (p. 14-6)
14.5. Onglet Pour vous (p. 14-6)
   14.5.1. Collection Souvenirs (p. 14-6)
   14.5.2. Modification d’un film Souvenir proposé par l’application Photos (p. 14-7)
   14.5.3. Création d’un film Souvenir personnalisé (p. 14-8)
   14.5.4. Suppression d’un Souvenir (p. 14-8)
14.6. Onglet Albums (p. 14-8)
   14.6.1. Gestion des albums (p. 14-9)
   14.6.1. 1. Créer un nouvel album (p. 14-10)
   14.6.1. 2. Ajouter des éléments à un album existant (p. 14-10)
   14.6.1. 3. Supprimer des éléments dans un album (p. 14-10)
   14.6.1. 4. Supprimer un album (p. 14-10)
   14.6.1. 5. Récupérer des photos ou des vidéos supprimées (p. 14-10)
   14.6.1. 6. Renommer et réorganiser des albums existants (p. 14-11)
   14.6.1. 7. Créer un diaporama personnalisé (p. 14-11)
14.7. Onglet Rechercher (p. 14-11)
   14.7.1. Rechercher une personne (p. 14-11)
   14.7.2. Rechercher un lieu (p. 14-11)
14.8. Importer (p. 14-12)
   14.8.1. D’une caméra numérique vers l’iPad (p. 14-12)
   14.8.2. De l’iPad vers un ordinateur (p. 14-12)
14.9. Quelques rappels (p. 14-12)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15 – FaceTime (p. 15-1)
15.1. Réglages et accès (p. 15-1)
15.2. Passer un appel vidéo (p. 15-1)
   15.2.1. Choisir l’interlocuteur (p. 15-1)
   15.2.2. Appeler l’interlocuteur (p. 15-1)
   15.2.3. Contrôles (p. 15-2)
   15.2.3. 1. Appel sans réponse (p. 15-2)
   15.2.3. 2. Caméras avant et arrière (p. 15-2)
   15.2.3. 3. Interface de la caméra avant (p. 15-2)
   15.2.3. 4. Autres contrôles (p. 15-2)
15.3. Recevoir un appel vidéo (p. 15-2)
15.4. Appels de groupe (p. 15-3)
   15.4.1. Passer un appel à plusieurs personnes (p. 15-3)
   15.4.2. Ajouter une personne à un appel de groupe (p. 15-4)
   15.4.3. Répondre à un appel et rejoindre le groupe (p. 15-4)
   15.4.4. Mettre fin à un appel de groupe (p. 15-4)
15.5. Gérer l’historique (p. 15-4)
   15.5.1. Supprimer un appel (p. 15-4)
   15.5.2. Supprimer plusieurs appels (p. 15-4)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16 – Plans et itinéraires (p. 16-1)
16.1. Réglages et accès (p. 16-1)
16.2. Recherche d’un lieu sur un plan (p. 16-1)
   16.2.1. Affichage en 3D (p. 16-2)
   16.2.2. Affichage en mode FlyOver (p. 16-2)
16.3. Itinéraires (p. 16-3)
   16.3.1. Tracer un itinéraire (p. 16-3)
   16.3.2. Navigation étape par étape (style GPS) (p. 16-4)
   16.3.3. Circulation (p. 16-4)
   16.3.4. Utilisation des repères (p. 16-4)
16.4. Recherches à proximité (attractions, services…) (p. 16-5)
16.5. Résumé des outils utiles sur les plans (p. 16-5)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17 – Horloge (p. 17-1)
17.1. Accès (p. 17-1)
17.2. Horloges (p. 17-1)
17.3. Alarme (p. 17-2)
17.4. Sommeil (p. 17-2)
17.5. Chronomètre (p. 17-3)
17.6. Minuteur (p. 17-3)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18 – Magasins (p. 18-1)
18.1. Réglages (p. 18-1)
   18.1.1. iTunes et App Store (p. 18-1)
   18.1.2. Livres (p. 18-2)
   18.1.3. TV (p. 18-2)
18.2. Accès (p. 18-2)
18.3. App Store (p. 18-2)
   18.3.1. Onglets (p. 18-2)
   18.3.2. Installation d’une App ou d’un jeu (p. 18-3)
   18.3.3. Consulter la liste des applications et jeux sur votre appareil (p. 18-4)
18.4. Livres (p. 18-5)
   18.4.1. Onglets (p. 18-5)
   18.4.1. 1. Onglet En cours (p. 18-5)
   18.4.1. 2. Onglet Bibliothèque (p. 18-5)
   18.4.1. 3. Onglet Librairie (p. 18-7)
   18.4.1. 4. Onglet Livres audio (p. 18-7)
   18.4.1. 5. Onglet Rechercher (p. 18-7)
   18.4.2. Se procurer un livre (p. 18-7)
   18.4.3. Lire des livres (p. 18-8)
   18.4.4. Supprimer des livres (p. 18-9)
18.5. iTunes Store (p. 18-9)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19 – Localiser mon iPad (p. 19-1)
19.1. Réglages (p. 19-1)
19.2. Localiser l’appareil (p. 19-1)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20 – Les petits plus (p. 20-1)
20.1. Écrans de recherche (p. 20-1)
   20.1.1. Accès et Réglages aux écrans de recherche (p. 20-1)
   20.1.1. 1. Réglages des écrans Siri et rechercher (p. 20-1)
   20.1.1. 2. Accès à Siri et Rechercher (p. 20-1)
   20.1.1. 3. Accès et Réglages de l’écran Affichage du jour (p. 20-2)
   20.1.2. Effectuer des recherches à l’aide des écrans de recherche (p. 20-2)
20.2. Centre de contrôle (p. 20-2)
   20.2.1. Accès et contenu (p. 20-3)
   20.2.2. Utilisation des raccourcis (p. 20-3)
20.3. AirDrop (p. 20-4)
20.4. Notifications et Alertes (p. 20-5)
   20.4.1. Réglages (p. 20-5)
   20.4.2. Alertes (p. 20-6)
   20.4.3. Centre de notification (p. 20-6)
20.5. Multitâche (p. 20-7)
   20.5.1. Réglages (p. 20-7)
   20.5.2. Split View (p. 20-8)
   20.5.3. Slide Over (p. 20-8)
   20.5.4. Image dans l’image (p. 20-9)
20.6. Un truc à connaître – le redémarrage (p. 20-9)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21 – Réglages divers (p. 21-1)
21.1. Accès (p. 21-1)
21.2. Ne pas déranger (p. 21-1)
21.3. Réinitialiser (p. 21-2)
21.4. Batterie (p. 21-2)
21.5. Confidentialité (p. 21-3)
21.6. Autonomie (p. 21-4)
   21.6.1. Luminosité (p. 21-4)
   21.6.2. Wi-Fi, Bluetooth, AirDrop (p. 21-4)
   21.6.3. Notifications (p. 21-5)
   21.6.4. Verrouillage de l’appareil (p. 21-5)
   21.6.5. Fermeture des Apps (p. 21-5)
   21.6.6. Mise à jour logicielle (p. 21-5)
   21.6.7. Température (p. 21-5)
   21.6.8. Actualisation en arrière-plan (p. 21-5)
21.7. Temps d’écran (p. 21-5)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22 – Autres apps (p. 22-1)
22.1. Messages (p. 22-1)
22.2. Musique (p. 22-1)
22.3. TV (p. 22-2)
22.4. Balados (p. 22-2)
22.5. Astuces (p. 22-2)
22.6. Suggestions d’Apps populaires (p. 22-3)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Chapitre 23 – Conclusion (p. 23-1)
Chapitre 24 – Sources et références (p. 23-1 selon la table des matières)
Exercices – en fin de document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(sombre)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480560"/>
            <a:ext cx="6583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seu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Tablettes et téléphones Apple – iPad et iPhone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2976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Tablettes et téléphones Apple – iPad et iPhone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3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Tablettes et téléphones Apple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iPad et iPhone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4805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Formation — Table des matières</a:t>
            </a:r>
            <a:endParaRPr lang="en-US" sz="1600" dirty="0"/>
          </a:p>
        </p:txBody>
      </p:sp>
      <p:sp>
        <p:nvSpPr>
          <p:cNvPr id="5" name="Cercle iPad"/>
          <p:cNvSpPr/>
          <p:nvPr/>
        </p:nvSpPr>
        <p:spPr>
          <a:xfrm>
            <a:off x="7955280" y="1463040"/>
            <a:ext cx="2743200" cy="2743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ône iPad" descr="Tab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0" y="2148840"/>
            <a:ext cx="1371600" cy="1371600"/>
          </a:xfrm>
          <a:prstGeom prst="rect">
            <a:avLst/>
          </a:prstGeom>
        </p:spPr>
      </p:pic>
      <p:sp>
        <p:nvSpPr>
          <p:cNvPr id="7" name="Cercle iPhone"/>
          <p:cNvSpPr/>
          <p:nvPr/>
        </p:nvSpPr>
        <p:spPr>
          <a:xfrm>
            <a:off x="9692640" y="3566160"/>
            <a:ext cx="1828800" cy="1828800"/>
          </a:xfrm>
          <a:prstGeom prst="ellipse">
            <a:avLst/>
          </a:prstGeom>
          <a:solidFill>
            <a:schemeClr val="tx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8" name="Icône iPhone" descr="Télé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402336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Table des matières (1/2)</a:t>
            </a:r>
            <a:endParaRPr lang="en-US" sz="3600" dirty="0"/>
          </a:p>
        </p:txBody>
      </p:sp>
      <p:sp>
        <p:nvSpPr>
          <p:cNvPr id="3" name="Tuile 1"/>
          <p:cNvSpPr/>
          <p:nvPr/>
        </p:nvSpPr>
        <p:spPr>
          <a:xfrm>
            <a:off x="548640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Tuile 1 cercle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uile 1 icône" descr="Le monde Ap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274320" cy="274320"/>
          </a:xfrm>
          <a:prstGeom prst="rect">
            <a:avLst/>
          </a:prstGeom>
        </p:spPr>
      </p:pic>
      <p:sp>
        <p:nvSpPr>
          <p:cNvPr id="6" name="Tuile 1 numéro"/>
          <p:cNvSpPr txBox="1"/>
          <p:nvPr/>
        </p:nvSpPr>
        <p:spPr>
          <a:xfrm>
            <a:off x="1417320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uile 1 page"/>
          <p:cNvSpPr txBox="1"/>
          <p:nvPr/>
        </p:nvSpPr>
        <p:spPr>
          <a:xfrm>
            <a:off x="2201418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1-1</a:t>
            </a:r>
            <a:endParaRPr lang="en-US" sz="1100" dirty="0"/>
          </a:p>
        </p:txBody>
      </p:sp>
      <p:sp>
        <p:nvSpPr>
          <p:cNvPr id="8" name="Tuile 1 titre"/>
          <p:cNvSpPr txBox="1"/>
          <p:nvPr/>
        </p:nvSpPr>
        <p:spPr>
          <a:xfrm>
            <a:off x="731520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 monde Apple</a:t>
            </a:r>
            <a:endParaRPr lang="en-US" sz="1500" dirty="0"/>
          </a:p>
        </p:txBody>
      </p:sp>
      <p:sp>
        <p:nvSpPr>
          <p:cNvPr id="9" name="Tuile 2"/>
          <p:cNvSpPr/>
          <p:nvPr/>
        </p:nvSpPr>
        <p:spPr>
          <a:xfrm>
            <a:off x="3390138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0" name="Tuile 2 cercle"/>
          <p:cNvSpPr/>
          <p:nvPr/>
        </p:nvSpPr>
        <p:spPr>
          <a:xfrm>
            <a:off x="3573018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Tuile 2 icône" descr="Principales caractéristiqu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178" y="1828800"/>
            <a:ext cx="274320" cy="274320"/>
          </a:xfrm>
          <a:prstGeom prst="rect">
            <a:avLst/>
          </a:prstGeom>
        </p:spPr>
      </p:pic>
      <p:sp>
        <p:nvSpPr>
          <p:cNvPr id="12" name="Tuile 2 numéro"/>
          <p:cNvSpPr txBox="1"/>
          <p:nvPr/>
        </p:nvSpPr>
        <p:spPr>
          <a:xfrm>
            <a:off x="4258818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uile 2 page"/>
          <p:cNvSpPr txBox="1"/>
          <p:nvPr/>
        </p:nvSpPr>
        <p:spPr>
          <a:xfrm>
            <a:off x="5042916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2-1</a:t>
            </a:r>
            <a:endParaRPr lang="en-US" sz="1100" dirty="0"/>
          </a:p>
        </p:txBody>
      </p:sp>
      <p:sp>
        <p:nvSpPr>
          <p:cNvPr id="14" name="Tuile 2 titre"/>
          <p:cNvSpPr txBox="1"/>
          <p:nvPr/>
        </p:nvSpPr>
        <p:spPr>
          <a:xfrm>
            <a:off x="3573018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Principales caractéristiques</a:t>
            </a:r>
            <a:endParaRPr lang="en-US" sz="1500" dirty="0"/>
          </a:p>
        </p:txBody>
      </p:sp>
      <p:sp>
        <p:nvSpPr>
          <p:cNvPr id="15" name="Tuile 3"/>
          <p:cNvSpPr/>
          <p:nvPr/>
        </p:nvSpPr>
        <p:spPr>
          <a:xfrm>
            <a:off x="6231636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6" name="Tuile 3 cercle"/>
          <p:cNvSpPr/>
          <p:nvPr/>
        </p:nvSpPr>
        <p:spPr>
          <a:xfrm>
            <a:off x="6414516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Tuile 3 icône" descr="Le langage des doig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1828800"/>
            <a:ext cx="274320" cy="274320"/>
          </a:xfrm>
          <a:prstGeom prst="rect">
            <a:avLst/>
          </a:prstGeom>
        </p:spPr>
      </p:pic>
      <p:sp>
        <p:nvSpPr>
          <p:cNvPr id="18" name="Tuile 3 numéro"/>
          <p:cNvSpPr txBox="1"/>
          <p:nvPr/>
        </p:nvSpPr>
        <p:spPr>
          <a:xfrm>
            <a:off x="7100316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9" name="Tuile 3 page"/>
          <p:cNvSpPr txBox="1"/>
          <p:nvPr/>
        </p:nvSpPr>
        <p:spPr>
          <a:xfrm>
            <a:off x="7884414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3-1</a:t>
            </a:r>
            <a:endParaRPr lang="en-US" sz="1100" dirty="0"/>
          </a:p>
        </p:txBody>
      </p:sp>
      <p:sp>
        <p:nvSpPr>
          <p:cNvPr id="20" name="Tuile 3 titre"/>
          <p:cNvSpPr txBox="1"/>
          <p:nvPr/>
        </p:nvSpPr>
        <p:spPr>
          <a:xfrm>
            <a:off x="6414516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 langage des doigts</a:t>
            </a:r>
            <a:endParaRPr lang="en-US" sz="1500" dirty="0"/>
          </a:p>
        </p:txBody>
      </p:sp>
      <p:sp>
        <p:nvSpPr>
          <p:cNvPr id="21" name="Tuile 4"/>
          <p:cNvSpPr/>
          <p:nvPr/>
        </p:nvSpPr>
        <p:spPr>
          <a:xfrm>
            <a:off x="9073134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2" name="Tuile 4 cercle"/>
          <p:cNvSpPr/>
          <p:nvPr/>
        </p:nvSpPr>
        <p:spPr>
          <a:xfrm>
            <a:off x="9256014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Tuile 4 icône" descr="Gérer les applicat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3174" y="1828800"/>
            <a:ext cx="274320" cy="274320"/>
          </a:xfrm>
          <a:prstGeom prst="rect">
            <a:avLst/>
          </a:prstGeom>
        </p:spPr>
      </p:pic>
      <p:sp>
        <p:nvSpPr>
          <p:cNvPr id="24" name="Tuile 4 numéro"/>
          <p:cNvSpPr txBox="1"/>
          <p:nvPr/>
        </p:nvSpPr>
        <p:spPr>
          <a:xfrm>
            <a:off x="9941814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uile 4 page"/>
          <p:cNvSpPr txBox="1"/>
          <p:nvPr/>
        </p:nvSpPr>
        <p:spPr>
          <a:xfrm>
            <a:off x="10725912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4-1</a:t>
            </a:r>
            <a:endParaRPr lang="en-US" sz="1100" dirty="0"/>
          </a:p>
        </p:txBody>
      </p:sp>
      <p:sp>
        <p:nvSpPr>
          <p:cNvPr id="26" name="Tuile 4 titre"/>
          <p:cNvSpPr txBox="1"/>
          <p:nvPr/>
        </p:nvSpPr>
        <p:spPr>
          <a:xfrm>
            <a:off x="9256014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Gérer les applications</a:t>
            </a:r>
            <a:endParaRPr lang="en-US" sz="1500" dirty="0"/>
          </a:p>
        </p:txBody>
      </p:sp>
      <p:sp>
        <p:nvSpPr>
          <p:cNvPr id="27" name="Tuile 5"/>
          <p:cNvSpPr/>
          <p:nvPr/>
        </p:nvSpPr>
        <p:spPr>
          <a:xfrm>
            <a:off x="548640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8" name="Tuile 5 cercle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Tuile 5 icône" descr="Les réglages de ba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520440"/>
            <a:ext cx="274320" cy="274320"/>
          </a:xfrm>
          <a:prstGeom prst="rect">
            <a:avLst/>
          </a:prstGeom>
        </p:spPr>
      </p:pic>
      <p:sp>
        <p:nvSpPr>
          <p:cNvPr id="30" name="Tuile 5 numéro"/>
          <p:cNvSpPr txBox="1"/>
          <p:nvPr/>
        </p:nvSpPr>
        <p:spPr>
          <a:xfrm>
            <a:off x="1417320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400" dirty="0"/>
          </a:p>
        </p:txBody>
      </p:sp>
      <p:sp>
        <p:nvSpPr>
          <p:cNvPr id="31" name="Tuile 5 page"/>
          <p:cNvSpPr txBox="1"/>
          <p:nvPr/>
        </p:nvSpPr>
        <p:spPr>
          <a:xfrm>
            <a:off x="2201418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5-1</a:t>
            </a:r>
            <a:endParaRPr lang="en-US" sz="1100" dirty="0"/>
          </a:p>
        </p:txBody>
      </p:sp>
      <p:sp>
        <p:nvSpPr>
          <p:cNvPr id="32" name="Tuile 5 titre"/>
          <p:cNvSpPr txBox="1"/>
          <p:nvPr/>
        </p:nvSpPr>
        <p:spPr>
          <a:xfrm>
            <a:off x="731520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Les réglages de base</a:t>
            </a:r>
            <a:endParaRPr lang="en-US" sz="1500" dirty="0"/>
          </a:p>
        </p:txBody>
      </p:sp>
      <p:sp>
        <p:nvSpPr>
          <p:cNvPr id="33" name="Tuile 6"/>
          <p:cNvSpPr/>
          <p:nvPr/>
        </p:nvSpPr>
        <p:spPr>
          <a:xfrm>
            <a:off x="3390138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4" name="Tuile 6 cercle"/>
          <p:cNvSpPr/>
          <p:nvPr/>
        </p:nvSpPr>
        <p:spPr>
          <a:xfrm>
            <a:off x="3573018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Tuile 6 icône" descr="Édition de tex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178" y="3520440"/>
            <a:ext cx="274320" cy="274320"/>
          </a:xfrm>
          <a:prstGeom prst="rect">
            <a:avLst/>
          </a:prstGeom>
        </p:spPr>
      </p:pic>
      <p:sp>
        <p:nvSpPr>
          <p:cNvPr id="36" name="Tuile 6 numéro"/>
          <p:cNvSpPr txBox="1"/>
          <p:nvPr/>
        </p:nvSpPr>
        <p:spPr>
          <a:xfrm>
            <a:off x="4258818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2400" dirty="0"/>
          </a:p>
        </p:txBody>
      </p:sp>
      <p:sp>
        <p:nvSpPr>
          <p:cNvPr id="37" name="Tuile 6 page"/>
          <p:cNvSpPr txBox="1"/>
          <p:nvPr/>
        </p:nvSpPr>
        <p:spPr>
          <a:xfrm>
            <a:off x="5042916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6-1</a:t>
            </a:r>
            <a:endParaRPr lang="en-US" sz="1100" dirty="0"/>
          </a:p>
        </p:txBody>
      </p:sp>
      <p:sp>
        <p:nvSpPr>
          <p:cNvPr id="38" name="Tuile 6 titre"/>
          <p:cNvSpPr txBox="1"/>
          <p:nvPr/>
        </p:nvSpPr>
        <p:spPr>
          <a:xfrm>
            <a:off x="3573018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Édition de texte</a:t>
            </a:r>
            <a:endParaRPr lang="en-US" sz="1500" dirty="0"/>
          </a:p>
        </p:txBody>
      </p:sp>
      <p:sp>
        <p:nvSpPr>
          <p:cNvPr id="39" name="Tuile 7"/>
          <p:cNvSpPr/>
          <p:nvPr/>
        </p:nvSpPr>
        <p:spPr>
          <a:xfrm>
            <a:off x="6231636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0" name="Tuile 7 cercle"/>
          <p:cNvSpPr/>
          <p:nvPr/>
        </p:nvSpPr>
        <p:spPr>
          <a:xfrm>
            <a:off x="6414516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Tuile 7 icône" descr="Contac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3520440"/>
            <a:ext cx="274320" cy="274320"/>
          </a:xfrm>
          <a:prstGeom prst="rect">
            <a:avLst/>
          </a:prstGeom>
        </p:spPr>
      </p:pic>
      <p:sp>
        <p:nvSpPr>
          <p:cNvPr id="42" name="Tuile 7 numéro"/>
          <p:cNvSpPr txBox="1"/>
          <p:nvPr/>
        </p:nvSpPr>
        <p:spPr>
          <a:xfrm>
            <a:off x="7100316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2400" dirty="0"/>
          </a:p>
        </p:txBody>
      </p:sp>
      <p:sp>
        <p:nvSpPr>
          <p:cNvPr id="43" name="Tuile 7 page"/>
          <p:cNvSpPr txBox="1"/>
          <p:nvPr/>
        </p:nvSpPr>
        <p:spPr>
          <a:xfrm>
            <a:off x="7884414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7-1</a:t>
            </a:r>
            <a:endParaRPr lang="en-US" sz="1100" dirty="0"/>
          </a:p>
        </p:txBody>
      </p:sp>
      <p:sp>
        <p:nvSpPr>
          <p:cNvPr id="44" name="Tuile 7 titre"/>
          <p:cNvSpPr txBox="1"/>
          <p:nvPr/>
        </p:nvSpPr>
        <p:spPr>
          <a:xfrm>
            <a:off x="6414516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Contacts</a:t>
            </a:r>
            <a:endParaRPr lang="en-US" sz="1500" dirty="0"/>
          </a:p>
        </p:txBody>
      </p:sp>
      <p:sp>
        <p:nvSpPr>
          <p:cNvPr id="45" name="Tuile 8"/>
          <p:cNvSpPr/>
          <p:nvPr/>
        </p:nvSpPr>
        <p:spPr>
          <a:xfrm>
            <a:off x="9073134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6" name="Tuile 8 cercle"/>
          <p:cNvSpPr/>
          <p:nvPr/>
        </p:nvSpPr>
        <p:spPr>
          <a:xfrm>
            <a:off x="9256014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Tuile 8 icône" descr="Mai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3174" y="3520440"/>
            <a:ext cx="274320" cy="274320"/>
          </a:xfrm>
          <a:prstGeom prst="rect">
            <a:avLst/>
          </a:prstGeom>
        </p:spPr>
      </p:pic>
      <p:sp>
        <p:nvSpPr>
          <p:cNvPr id="48" name="Tuile 8 numéro"/>
          <p:cNvSpPr txBox="1"/>
          <p:nvPr/>
        </p:nvSpPr>
        <p:spPr>
          <a:xfrm>
            <a:off x="9941814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2400" dirty="0"/>
          </a:p>
        </p:txBody>
      </p:sp>
      <p:sp>
        <p:nvSpPr>
          <p:cNvPr id="49" name="Tuile 8 page"/>
          <p:cNvSpPr txBox="1"/>
          <p:nvPr/>
        </p:nvSpPr>
        <p:spPr>
          <a:xfrm>
            <a:off x="10725912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8-1</a:t>
            </a:r>
            <a:endParaRPr lang="en-US" sz="1100" dirty="0"/>
          </a:p>
        </p:txBody>
      </p:sp>
      <p:sp>
        <p:nvSpPr>
          <p:cNvPr id="50" name="Tuile 8 titre"/>
          <p:cNvSpPr txBox="1"/>
          <p:nvPr/>
        </p:nvSpPr>
        <p:spPr>
          <a:xfrm>
            <a:off x="9256014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Mail</a:t>
            </a:r>
            <a:endParaRPr lang="en-US" sz="1500" dirty="0"/>
          </a:p>
        </p:txBody>
      </p:sp>
      <p:sp>
        <p:nvSpPr>
          <p:cNvPr id="51" name="Tuile 9"/>
          <p:cNvSpPr/>
          <p:nvPr/>
        </p:nvSpPr>
        <p:spPr>
          <a:xfrm>
            <a:off x="548640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2" name="Tuile 9 cercle"/>
          <p:cNvSpPr/>
          <p:nvPr/>
        </p:nvSpPr>
        <p:spPr>
          <a:xfrm>
            <a:off x="731520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3" name="Tuile 9 icône" descr="Calendri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5212080"/>
            <a:ext cx="274320" cy="274320"/>
          </a:xfrm>
          <a:prstGeom prst="rect">
            <a:avLst/>
          </a:prstGeom>
        </p:spPr>
      </p:pic>
      <p:sp>
        <p:nvSpPr>
          <p:cNvPr id="54" name="Tuile 9 numéro"/>
          <p:cNvSpPr txBox="1"/>
          <p:nvPr/>
        </p:nvSpPr>
        <p:spPr>
          <a:xfrm>
            <a:off x="1417320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2400" dirty="0"/>
          </a:p>
        </p:txBody>
      </p:sp>
      <p:sp>
        <p:nvSpPr>
          <p:cNvPr id="55" name="Tuile 9 page"/>
          <p:cNvSpPr txBox="1"/>
          <p:nvPr/>
        </p:nvSpPr>
        <p:spPr>
          <a:xfrm>
            <a:off x="2201418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9-1</a:t>
            </a:r>
            <a:endParaRPr lang="en-US" sz="1100" dirty="0"/>
          </a:p>
        </p:txBody>
      </p:sp>
      <p:sp>
        <p:nvSpPr>
          <p:cNvPr id="56" name="Tuile 9 titre"/>
          <p:cNvSpPr txBox="1"/>
          <p:nvPr/>
        </p:nvSpPr>
        <p:spPr>
          <a:xfrm>
            <a:off x="731520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Calendrier</a:t>
            </a:r>
            <a:endParaRPr lang="en-US" sz="1500" dirty="0"/>
          </a:p>
        </p:txBody>
      </p:sp>
      <p:sp>
        <p:nvSpPr>
          <p:cNvPr id="57" name="Tuile 10"/>
          <p:cNvSpPr/>
          <p:nvPr/>
        </p:nvSpPr>
        <p:spPr>
          <a:xfrm>
            <a:off x="3390138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8" name="Tuile 10 cercle"/>
          <p:cNvSpPr/>
          <p:nvPr/>
        </p:nvSpPr>
        <p:spPr>
          <a:xfrm>
            <a:off x="3573018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9" name="Tuile 10 icône" descr="Safar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178" y="5212080"/>
            <a:ext cx="274320" cy="274320"/>
          </a:xfrm>
          <a:prstGeom prst="rect">
            <a:avLst/>
          </a:prstGeom>
        </p:spPr>
      </p:pic>
      <p:sp>
        <p:nvSpPr>
          <p:cNvPr id="60" name="Tuile 10 numéro"/>
          <p:cNvSpPr txBox="1"/>
          <p:nvPr/>
        </p:nvSpPr>
        <p:spPr>
          <a:xfrm>
            <a:off x="4258818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400" dirty="0"/>
          </a:p>
        </p:txBody>
      </p:sp>
      <p:sp>
        <p:nvSpPr>
          <p:cNvPr id="61" name="Tuile 10 page"/>
          <p:cNvSpPr txBox="1"/>
          <p:nvPr/>
        </p:nvSpPr>
        <p:spPr>
          <a:xfrm>
            <a:off x="5042916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10-1</a:t>
            </a:r>
            <a:endParaRPr lang="en-US" sz="1100" dirty="0"/>
          </a:p>
        </p:txBody>
      </p:sp>
      <p:sp>
        <p:nvSpPr>
          <p:cNvPr id="62" name="Tuile 10 titre"/>
          <p:cNvSpPr txBox="1"/>
          <p:nvPr/>
        </p:nvSpPr>
        <p:spPr>
          <a:xfrm>
            <a:off x="3573018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Safari</a:t>
            </a:r>
            <a:endParaRPr lang="en-US" sz="1500" dirty="0"/>
          </a:p>
        </p:txBody>
      </p:sp>
      <p:sp>
        <p:nvSpPr>
          <p:cNvPr id="63" name="Tuile 11"/>
          <p:cNvSpPr/>
          <p:nvPr/>
        </p:nvSpPr>
        <p:spPr>
          <a:xfrm>
            <a:off x="6231636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64" name="Tuile 11 cercle"/>
          <p:cNvSpPr/>
          <p:nvPr/>
        </p:nvSpPr>
        <p:spPr>
          <a:xfrm>
            <a:off x="6414516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5" name="Tuile 11 icône" descr="Siri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1676" y="5212080"/>
            <a:ext cx="274320" cy="274320"/>
          </a:xfrm>
          <a:prstGeom prst="rect">
            <a:avLst/>
          </a:prstGeom>
        </p:spPr>
      </p:pic>
      <p:sp>
        <p:nvSpPr>
          <p:cNvPr id="66" name="Tuile 11 numéro"/>
          <p:cNvSpPr txBox="1"/>
          <p:nvPr/>
        </p:nvSpPr>
        <p:spPr>
          <a:xfrm>
            <a:off x="7100316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400" dirty="0"/>
          </a:p>
        </p:txBody>
      </p:sp>
      <p:sp>
        <p:nvSpPr>
          <p:cNvPr id="67" name="Tuile 11 page"/>
          <p:cNvSpPr txBox="1"/>
          <p:nvPr/>
        </p:nvSpPr>
        <p:spPr>
          <a:xfrm>
            <a:off x="7884414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11-1</a:t>
            </a:r>
            <a:endParaRPr lang="en-US" sz="1100" dirty="0"/>
          </a:p>
        </p:txBody>
      </p:sp>
      <p:sp>
        <p:nvSpPr>
          <p:cNvPr id="68" name="Tuile 11 titre"/>
          <p:cNvSpPr txBox="1"/>
          <p:nvPr/>
        </p:nvSpPr>
        <p:spPr>
          <a:xfrm>
            <a:off x="6414516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Siri</a:t>
            </a:r>
            <a:endParaRPr lang="en-US" sz="1500" dirty="0"/>
          </a:p>
        </p:txBody>
      </p:sp>
      <p:sp>
        <p:nvSpPr>
          <p:cNvPr id="69" name="Tuile 12"/>
          <p:cNvSpPr/>
          <p:nvPr/>
        </p:nvSpPr>
        <p:spPr>
          <a:xfrm>
            <a:off x="9073134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70" name="Tuile 12 cercle"/>
          <p:cNvSpPr/>
          <p:nvPr/>
        </p:nvSpPr>
        <p:spPr>
          <a:xfrm>
            <a:off x="9256014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1" name="Tuile 12 icône" descr="Stockag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3174" y="5212080"/>
            <a:ext cx="274320" cy="274320"/>
          </a:xfrm>
          <a:prstGeom prst="rect">
            <a:avLst/>
          </a:prstGeom>
        </p:spPr>
      </p:pic>
      <p:sp>
        <p:nvSpPr>
          <p:cNvPr id="72" name="Tuile 12 numéro"/>
          <p:cNvSpPr txBox="1"/>
          <p:nvPr/>
        </p:nvSpPr>
        <p:spPr>
          <a:xfrm>
            <a:off x="9941814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73" name="Tuile 12 page"/>
          <p:cNvSpPr txBox="1"/>
          <p:nvPr/>
        </p:nvSpPr>
        <p:spPr>
          <a:xfrm>
            <a:off x="10725912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12-1</a:t>
            </a:r>
            <a:endParaRPr lang="en-US" sz="1100" dirty="0"/>
          </a:p>
        </p:txBody>
      </p:sp>
      <p:sp>
        <p:nvSpPr>
          <p:cNvPr id="74" name="Tuile 12 titre"/>
          <p:cNvSpPr txBox="1"/>
          <p:nvPr/>
        </p:nvSpPr>
        <p:spPr>
          <a:xfrm>
            <a:off x="9256014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Stockage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Table des matières (2/2)</a:t>
            </a:r>
            <a:endParaRPr lang="en-US" sz="3600" dirty="0"/>
          </a:p>
        </p:txBody>
      </p:sp>
      <p:sp>
        <p:nvSpPr>
          <p:cNvPr id="3" name="Tuile 13"/>
          <p:cNvSpPr/>
          <p:nvPr/>
        </p:nvSpPr>
        <p:spPr>
          <a:xfrm>
            <a:off x="548640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" name="Tuile 13 cercle"/>
          <p:cNvSpPr/>
          <p:nvPr/>
        </p:nvSpPr>
        <p:spPr>
          <a:xfrm>
            <a:off x="731520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uile 13 icône" descr="Appareil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28800"/>
            <a:ext cx="274320" cy="274320"/>
          </a:xfrm>
          <a:prstGeom prst="rect">
            <a:avLst/>
          </a:prstGeom>
        </p:spPr>
      </p:pic>
      <p:sp>
        <p:nvSpPr>
          <p:cNvPr id="6" name="Tuile 13 numéro"/>
          <p:cNvSpPr txBox="1"/>
          <p:nvPr/>
        </p:nvSpPr>
        <p:spPr>
          <a:xfrm>
            <a:off x="1417320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400" dirty="0"/>
          </a:p>
        </p:txBody>
      </p:sp>
      <p:sp>
        <p:nvSpPr>
          <p:cNvPr id="7" name="Tuile 13 page"/>
          <p:cNvSpPr txBox="1"/>
          <p:nvPr/>
        </p:nvSpPr>
        <p:spPr>
          <a:xfrm>
            <a:off x="2201418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13-1</a:t>
            </a:r>
            <a:endParaRPr lang="en-US" sz="1100" dirty="0"/>
          </a:p>
        </p:txBody>
      </p:sp>
      <p:sp>
        <p:nvSpPr>
          <p:cNvPr id="8" name="Tuile 13 titre"/>
          <p:cNvSpPr txBox="1"/>
          <p:nvPr/>
        </p:nvSpPr>
        <p:spPr>
          <a:xfrm>
            <a:off x="731520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Appareil photo</a:t>
            </a:r>
            <a:endParaRPr lang="en-US" sz="1500" dirty="0"/>
          </a:p>
        </p:txBody>
      </p:sp>
      <p:sp>
        <p:nvSpPr>
          <p:cNvPr id="9" name="Tuile 14"/>
          <p:cNvSpPr/>
          <p:nvPr/>
        </p:nvSpPr>
        <p:spPr>
          <a:xfrm>
            <a:off x="3390138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0" name="Tuile 14 cercle"/>
          <p:cNvSpPr/>
          <p:nvPr/>
        </p:nvSpPr>
        <p:spPr>
          <a:xfrm>
            <a:off x="3573018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Tuile 14 icône" descr="Pho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178" y="1828800"/>
            <a:ext cx="274320" cy="274320"/>
          </a:xfrm>
          <a:prstGeom prst="rect">
            <a:avLst/>
          </a:prstGeom>
        </p:spPr>
      </p:pic>
      <p:sp>
        <p:nvSpPr>
          <p:cNvPr id="12" name="Tuile 14 numéro"/>
          <p:cNvSpPr txBox="1"/>
          <p:nvPr/>
        </p:nvSpPr>
        <p:spPr>
          <a:xfrm>
            <a:off x="4258818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400" dirty="0"/>
          </a:p>
        </p:txBody>
      </p:sp>
      <p:sp>
        <p:nvSpPr>
          <p:cNvPr id="13" name="Tuile 14 page"/>
          <p:cNvSpPr txBox="1"/>
          <p:nvPr/>
        </p:nvSpPr>
        <p:spPr>
          <a:xfrm>
            <a:off x="5042916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14-1</a:t>
            </a:r>
            <a:endParaRPr lang="en-US" sz="1100" dirty="0"/>
          </a:p>
        </p:txBody>
      </p:sp>
      <p:sp>
        <p:nvSpPr>
          <p:cNvPr id="14" name="Tuile 14 titre"/>
          <p:cNvSpPr txBox="1"/>
          <p:nvPr/>
        </p:nvSpPr>
        <p:spPr>
          <a:xfrm>
            <a:off x="3573018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Photos</a:t>
            </a:r>
            <a:endParaRPr lang="en-US" sz="1500" dirty="0"/>
          </a:p>
        </p:txBody>
      </p:sp>
      <p:sp>
        <p:nvSpPr>
          <p:cNvPr id="15" name="Tuile 15"/>
          <p:cNvSpPr/>
          <p:nvPr/>
        </p:nvSpPr>
        <p:spPr>
          <a:xfrm>
            <a:off x="6231636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6" name="Tuile 15 cercle"/>
          <p:cNvSpPr/>
          <p:nvPr/>
        </p:nvSpPr>
        <p:spPr>
          <a:xfrm>
            <a:off x="6414516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Tuile 15 icône" descr="FaceTi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1828800"/>
            <a:ext cx="274320" cy="274320"/>
          </a:xfrm>
          <a:prstGeom prst="rect">
            <a:avLst/>
          </a:prstGeom>
        </p:spPr>
      </p:pic>
      <p:sp>
        <p:nvSpPr>
          <p:cNvPr id="18" name="Tuile 15 numéro"/>
          <p:cNvSpPr txBox="1"/>
          <p:nvPr/>
        </p:nvSpPr>
        <p:spPr>
          <a:xfrm>
            <a:off x="7100316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400" dirty="0"/>
          </a:p>
        </p:txBody>
      </p:sp>
      <p:sp>
        <p:nvSpPr>
          <p:cNvPr id="19" name="Tuile 15 page"/>
          <p:cNvSpPr txBox="1"/>
          <p:nvPr/>
        </p:nvSpPr>
        <p:spPr>
          <a:xfrm>
            <a:off x="7884414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15-1</a:t>
            </a:r>
            <a:endParaRPr lang="en-US" sz="1100" dirty="0"/>
          </a:p>
        </p:txBody>
      </p:sp>
      <p:sp>
        <p:nvSpPr>
          <p:cNvPr id="20" name="Tuile 15 titre"/>
          <p:cNvSpPr txBox="1"/>
          <p:nvPr/>
        </p:nvSpPr>
        <p:spPr>
          <a:xfrm>
            <a:off x="6414516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FaceTime</a:t>
            </a:r>
            <a:endParaRPr lang="en-US" sz="1500" dirty="0"/>
          </a:p>
        </p:txBody>
      </p:sp>
      <p:sp>
        <p:nvSpPr>
          <p:cNvPr id="21" name="Tuile 16"/>
          <p:cNvSpPr/>
          <p:nvPr/>
        </p:nvSpPr>
        <p:spPr>
          <a:xfrm>
            <a:off x="9073134" y="150876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2" name="Tuile 16 cercle"/>
          <p:cNvSpPr/>
          <p:nvPr/>
        </p:nvSpPr>
        <p:spPr>
          <a:xfrm>
            <a:off x="9256014" y="16916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Tuile 16 icône" descr="Plans et itinérair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3174" y="1828800"/>
            <a:ext cx="274320" cy="274320"/>
          </a:xfrm>
          <a:prstGeom prst="rect">
            <a:avLst/>
          </a:prstGeom>
        </p:spPr>
      </p:pic>
      <p:sp>
        <p:nvSpPr>
          <p:cNvPr id="24" name="Tuile 16 numéro"/>
          <p:cNvSpPr txBox="1"/>
          <p:nvPr/>
        </p:nvSpPr>
        <p:spPr>
          <a:xfrm>
            <a:off x="9941814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2400" dirty="0"/>
          </a:p>
        </p:txBody>
      </p:sp>
      <p:sp>
        <p:nvSpPr>
          <p:cNvPr id="25" name="Tuile 16 page"/>
          <p:cNvSpPr txBox="1"/>
          <p:nvPr/>
        </p:nvSpPr>
        <p:spPr>
          <a:xfrm>
            <a:off x="10725912" y="169164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16-1</a:t>
            </a:r>
            <a:endParaRPr lang="en-US" sz="1100" dirty="0"/>
          </a:p>
        </p:txBody>
      </p:sp>
      <p:sp>
        <p:nvSpPr>
          <p:cNvPr id="26" name="Tuile 16 titre"/>
          <p:cNvSpPr txBox="1"/>
          <p:nvPr/>
        </p:nvSpPr>
        <p:spPr>
          <a:xfrm>
            <a:off x="9256014" y="231343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Plans et itinéraires</a:t>
            </a:r>
            <a:endParaRPr lang="en-US" sz="1500" dirty="0"/>
          </a:p>
        </p:txBody>
      </p:sp>
      <p:sp>
        <p:nvSpPr>
          <p:cNvPr id="27" name="Tuile 17"/>
          <p:cNvSpPr/>
          <p:nvPr/>
        </p:nvSpPr>
        <p:spPr>
          <a:xfrm>
            <a:off x="548640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8" name="Tuile 17 cercle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Tuile 17 icône" descr="Horlo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520440"/>
            <a:ext cx="274320" cy="274320"/>
          </a:xfrm>
          <a:prstGeom prst="rect">
            <a:avLst/>
          </a:prstGeom>
        </p:spPr>
      </p:pic>
      <p:sp>
        <p:nvSpPr>
          <p:cNvPr id="30" name="Tuile 17 numéro"/>
          <p:cNvSpPr txBox="1"/>
          <p:nvPr/>
        </p:nvSpPr>
        <p:spPr>
          <a:xfrm>
            <a:off x="1417320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400" dirty="0"/>
          </a:p>
        </p:txBody>
      </p:sp>
      <p:sp>
        <p:nvSpPr>
          <p:cNvPr id="31" name="Tuile 17 page"/>
          <p:cNvSpPr txBox="1"/>
          <p:nvPr/>
        </p:nvSpPr>
        <p:spPr>
          <a:xfrm>
            <a:off x="2201418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17-1</a:t>
            </a:r>
            <a:endParaRPr lang="en-US" sz="1100" dirty="0"/>
          </a:p>
        </p:txBody>
      </p:sp>
      <p:sp>
        <p:nvSpPr>
          <p:cNvPr id="32" name="Tuile 17 titre"/>
          <p:cNvSpPr txBox="1"/>
          <p:nvPr/>
        </p:nvSpPr>
        <p:spPr>
          <a:xfrm>
            <a:off x="731520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Horloge</a:t>
            </a:r>
            <a:endParaRPr lang="en-US" sz="1500" dirty="0"/>
          </a:p>
        </p:txBody>
      </p:sp>
      <p:sp>
        <p:nvSpPr>
          <p:cNvPr id="33" name="Tuile 18"/>
          <p:cNvSpPr/>
          <p:nvPr/>
        </p:nvSpPr>
        <p:spPr>
          <a:xfrm>
            <a:off x="3390138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34" name="Tuile 18 cercle"/>
          <p:cNvSpPr/>
          <p:nvPr/>
        </p:nvSpPr>
        <p:spPr>
          <a:xfrm>
            <a:off x="3573018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Tuile 18 icône" descr="Magasi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178" y="3520440"/>
            <a:ext cx="274320" cy="274320"/>
          </a:xfrm>
          <a:prstGeom prst="rect">
            <a:avLst/>
          </a:prstGeom>
        </p:spPr>
      </p:pic>
      <p:sp>
        <p:nvSpPr>
          <p:cNvPr id="36" name="Tuile 18 numéro"/>
          <p:cNvSpPr txBox="1"/>
          <p:nvPr/>
        </p:nvSpPr>
        <p:spPr>
          <a:xfrm>
            <a:off x="4258818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2400" dirty="0"/>
          </a:p>
        </p:txBody>
      </p:sp>
      <p:sp>
        <p:nvSpPr>
          <p:cNvPr id="37" name="Tuile 18 page"/>
          <p:cNvSpPr txBox="1"/>
          <p:nvPr/>
        </p:nvSpPr>
        <p:spPr>
          <a:xfrm>
            <a:off x="5042916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18-1</a:t>
            </a:r>
            <a:endParaRPr lang="en-US" sz="1100" dirty="0"/>
          </a:p>
        </p:txBody>
      </p:sp>
      <p:sp>
        <p:nvSpPr>
          <p:cNvPr id="38" name="Tuile 18 titre"/>
          <p:cNvSpPr txBox="1"/>
          <p:nvPr/>
        </p:nvSpPr>
        <p:spPr>
          <a:xfrm>
            <a:off x="3573018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Magasins</a:t>
            </a:r>
            <a:endParaRPr lang="en-US" sz="1500" dirty="0"/>
          </a:p>
        </p:txBody>
      </p:sp>
      <p:sp>
        <p:nvSpPr>
          <p:cNvPr id="39" name="Tuile 19"/>
          <p:cNvSpPr/>
          <p:nvPr/>
        </p:nvSpPr>
        <p:spPr>
          <a:xfrm>
            <a:off x="6231636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0" name="Tuile 19 cercle"/>
          <p:cNvSpPr/>
          <p:nvPr/>
        </p:nvSpPr>
        <p:spPr>
          <a:xfrm>
            <a:off x="6414516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1" name="Tuile 19 icône" descr="Localiser mon iP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3520440"/>
            <a:ext cx="274320" cy="274320"/>
          </a:xfrm>
          <a:prstGeom prst="rect">
            <a:avLst/>
          </a:prstGeom>
        </p:spPr>
      </p:pic>
      <p:sp>
        <p:nvSpPr>
          <p:cNvPr id="42" name="Tuile 19 numéro"/>
          <p:cNvSpPr txBox="1"/>
          <p:nvPr/>
        </p:nvSpPr>
        <p:spPr>
          <a:xfrm>
            <a:off x="7100316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43" name="Tuile 19 page"/>
          <p:cNvSpPr txBox="1"/>
          <p:nvPr/>
        </p:nvSpPr>
        <p:spPr>
          <a:xfrm>
            <a:off x="7884414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19-1</a:t>
            </a:r>
            <a:endParaRPr lang="en-US" sz="1100" dirty="0"/>
          </a:p>
        </p:txBody>
      </p:sp>
      <p:sp>
        <p:nvSpPr>
          <p:cNvPr id="44" name="Tuile 19 titre"/>
          <p:cNvSpPr txBox="1"/>
          <p:nvPr/>
        </p:nvSpPr>
        <p:spPr>
          <a:xfrm>
            <a:off x="6414516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Localiser mon iPad</a:t>
            </a:r>
            <a:endParaRPr lang="en-US" sz="1500" dirty="0"/>
          </a:p>
        </p:txBody>
      </p:sp>
      <p:sp>
        <p:nvSpPr>
          <p:cNvPr id="45" name="Tuile 20"/>
          <p:cNvSpPr/>
          <p:nvPr/>
        </p:nvSpPr>
        <p:spPr>
          <a:xfrm>
            <a:off x="9073134" y="320040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46" name="Tuile 20 cercle"/>
          <p:cNvSpPr/>
          <p:nvPr/>
        </p:nvSpPr>
        <p:spPr>
          <a:xfrm>
            <a:off x="9256014" y="3383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7" name="Tuile 20 icône" descr="Les petits plu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3174" y="3520440"/>
            <a:ext cx="274320" cy="274320"/>
          </a:xfrm>
          <a:prstGeom prst="rect">
            <a:avLst/>
          </a:prstGeom>
        </p:spPr>
      </p:pic>
      <p:sp>
        <p:nvSpPr>
          <p:cNvPr id="48" name="Tuile 20 numéro"/>
          <p:cNvSpPr txBox="1"/>
          <p:nvPr/>
        </p:nvSpPr>
        <p:spPr>
          <a:xfrm>
            <a:off x="9941814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400" dirty="0"/>
          </a:p>
        </p:txBody>
      </p:sp>
      <p:sp>
        <p:nvSpPr>
          <p:cNvPr id="49" name="Tuile 20 page"/>
          <p:cNvSpPr txBox="1"/>
          <p:nvPr/>
        </p:nvSpPr>
        <p:spPr>
          <a:xfrm>
            <a:off x="10725912" y="33832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20-1</a:t>
            </a:r>
            <a:endParaRPr lang="en-US" sz="1100" dirty="0"/>
          </a:p>
        </p:txBody>
      </p:sp>
      <p:sp>
        <p:nvSpPr>
          <p:cNvPr id="50" name="Tuile 20 titre"/>
          <p:cNvSpPr txBox="1"/>
          <p:nvPr/>
        </p:nvSpPr>
        <p:spPr>
          <a:xfrm>
            <a:off x="9256014" y="400507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Les petits plus</a:t>
            </a:r>
            <a:endParaRPr lang="en-US" sz="1500" dirty="0"/>
          </a:p>
        </p:txBody>
      </p:sp>
      <p:sp>
        <p:nvSpPr>
          <p:cNvPr id="51" name="Tuile 21"/>
          <p:cNvSpPr/>
          <p:nvPr/>
        </p:nvSpPr>
        <p:spPr>
          <a:xfrm>
            <a:off x="548640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2" name="Tuile 21 cercle"/>
          <p:cNvSpPr/>
          <p:nvPr/>
        </p:nvSpPr>
        <p:spPr>
          <a:xfrm>
            <a:off x="731520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3" name="Tuile 21 icône" descr="Réglages diver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8680" y="5212080"/>
            <a:ext cx="274320" cy="274320"/>
          </a:xfrm>
          <a:prstGeom prst="rect">
            <a:avLst/>
          </a:prstGeom>
        </p:spPr>
      </p:pic>
      <p:sp>
        <p:nvSpPr>
          <p:cNvPr id="54" name="Tuile 21 numéro"/>
          <p:cNvSpPr txBox="1"/>
          <p:nvPr/>
        </p:nvSpPr>
        <p:spPr>
          <a:xfrm>
            <a:off x="1417320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400" dirty="0"/>
          </a:p>
        </p:txBody>
      </p:sp>
      <p:sp>
        <p:nvSpPr>
          <p:cNvPr id="55" name="Tuile 21 page"/>
          <p:cNvSpPr txBox="1"/>
          <p:nvPr/>
        </p:nvSpPr>
        <p:spPr>
          <a:xfrm>
            <a:off x="2201418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21-1</a:t>
            </a:r>
            <a:endParaRPr lang="en-US" sz="1100" dirty="0"/>
          </a:p>
        </p:txBody>
      </p:sp>
      <p:sp>
        <p:nvSpPr>
          <p:cNvPr id="56" name="Tuile 21 titre"/>
          <p:cNvSpPr txBox="1"/>
          <p:nvPr/>
        </p:nvSpPr>
        <p:spPr>
          <a:xfrm>
            <a:off x="731520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 divers</a:t>
            </a:r>
            <a:endParaRPr lang="en-US" sz="1500" dirty="0"/>
          </a:p>
        </p:txBody>
      </p:sp>
      <p:sp>
        <p:nvSpPr>
          <p:cNvPr id="57" name="Tuile 22"/>
          <p:cNvSpPr/>
          <p:nvPr/>
        </p:nvSpPr>
        <p:spPr>
          <a:xfrm>
            <a:off x="3390138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8" name="Tuile 22 cercle"/>
          <p:cNvSpPr/>
          <p:nvPr/>
        </p:nvSpPr>
        <p:spPr>
          <a:xfrm>
            <a:off x="3573018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9" name="Tuile 22 icône" descr="Autres app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10178" y="5212080"/>
            <a:ext cx="274320" cy="274320"/>
          </a:xfrm>
          <a:prstGeom prst="rect">
            <a:avLst/>
          </a:prstGeom>
        </p:spPr>
      </p:pic>
      <p:sp>
        <p:nvSpPr>
          <p:cNvPr id="60" name="Tuile 22 numéro"/>
          <p:cNvSpPr txBox="1"/>
          <p:nvPr/>
        </p:nvSpPr>
        <p:spPr>
          <a:xfrm>
            <a:off x="4258818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400" dirty="0"/>
          </a:p>
        </p:txBody>
      </p:sp>
      <p:sp>
        <p:nvSpPr>
          <p:cNvPr id="61" name="Tuile 22 page"/>
          <p:cNvSpPr txBox="1"/>
          <p:nvPr/>
        </p:nvSpPr>
        <p:spPr>
          <a:xfrm>
            <a:off x="5042916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22-1</a:t>
            </a:r>
            <a:endParaRPr lang="en-US" sz="1100" dirty="0"/>
          </a:p>
        </p:txBody>
      </p:sp>
      <p:sp>
        <p:nvSpPr>
          <p:cNvPr id="62" name="Tuile 22 titre"/>
          <p:cNvSpPr txBox="1"/>
          <p:nvPr/>
        </p:nvSpPr>
        <p:spPr>
          <a:xfrm>
            <a:off x="3573018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Autres apps</a:t>
            </a:r>
            <a:endParaRPr lang="en-US" sz="1500" dirty="0"/>
          </a:p>
        </p:txBody>
      </p:sp>
      <p:sp>
        <p:nvSpPr>
          <p:cNvPr id="63" name="Tuile 23"/>
          <p:cNvSpPr/>
          <p:nvPr/>
        </p:nvSpPr>
        <p:spPr>
          <a:xfrm>
            <a:off x="6231636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64" name="Tuile 23 cercle"/>
          <p:cNvSpPr/>
          <p:nvPr/>
        </p:nvSpPr>
        <p:spPr>
          <a:xfrm>
            <a:off x="6414516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5" name="Tuile 23 icône" descr="Conclusi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1676" y="5212080"/>
            <a:ext cx="274320" cy="274320"/>
          </a:xfrm>
          <a:prstGeom prst="rect">
            <a:avLst/>
          </a:prstGeom>
        </p:spPr>
      </p:pic>
      <p:sp>
        <p:nvSpPr>
          <p:cNvPr id="66" name="Tuile 23 numéro"/>
          <p:cNvSpPr txBox="1"/>
          <p:nvPr/>
        </p:nvSpPr>
        <p:spPr>
          <a:xfrm>
            <a:off x="7100316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400" dirty="0"/>
          </a:p>
        </p:txBody>
      </p:sp>
      <p:sp>
        <p:nvSpPr>
          <p:cNvPr id="67" name="Tuile 23 page"/>
          <p:cNvSpPr txBox="1"/>
          <p:nvPr/>
        </p:nvSpPr>
        <p:spPr>
          <a:xfrm>
            <a:off x="7884414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23-1</a:t>
            </a:r>
            <a:endParaRPr lang="en-US" sz="1100" dirty="0"/>
          </a:p>
        </p:txBody>
      </p:sp>
      <p:sp>
        <p:nvSpPr>
          <p:cNvPr id="68" name="Tuile 23 titre"/>
          <p:cNvSpPr txBox="1"/>
          <p:nvPr/>
        </p:nvSpPr>
        <p:spPr>
          <a:xfrm>
            <a:off x="6414516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Conclusion</a:t>
            </a:r>
            <a:endParaRPr lang="en-US" sz="1500" dirty="0"/>
          </a:p>
        </p:txBody>
      </p:sp>
      <p:sp>
        <p:nvSpPr>
          <p:cNvPr id="69" name="Tuile 24"/>
          <p:cNvSpPr/>
          <p:nvPr/>
        </p:nvSpPr>
        <p:spPr>
          <a:xfrm>
            <a:off x="9073134" y="4892040"/>
            <a:ext cx="2567178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70" name="Tuile 24 cercle"/>
          <p:cNvSpPr/>
          <p:nvPr/>
        </p:nvSpPr>
        <p:spPr>
          <a:xfrm>
            <a:off x="9256014" y="5074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1" name="Tuile 24 icône" descr="Sources et références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3174" y="5212080"/>
            <a:ext cx="274320" cy="274320"/>
          </a:xfrm>
          <a:prstGeom prst="rect">
            <a:avLst/>
          </a:prstGeom>
        </p:spPr>
      </p:pic>
      <p:sp>
        <p:nvSpPr>
          <p:cNvPr id="72" name="Tuile 24 numéro"/>
          <p:cNvSpPr txBox="1"/>
          <p:nvPr/>
        </p:nvSpPr>
        <p:spPr>
          <a:xfrm>
            <a:off x="9941814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2400" dirty="0"/>
          </a:p>
        </p:txBody>
      </p:sp>
      <p:sp>
        <p:nvSpPr>
          <p:cNvPr id="73" name="Tuile 24 page"/>
          <p:cNvSpPr txBox="1"/>
          <p:nvPr/>
        </p:nvSpPr>
        <p:spPr>
          <a:xfrm>
            <a:off x="10725912" y="50749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p. 23-1</a:t>
            </a:r>
            <a:endParaRPr lang="en-US" sz="1100" dirty="0"/>
          </a:p>
        </p:txBody>
      </p:sp>
      <p:sp>
        <p:nvSpPr>
          <p:cNvPr id="74" name="Tuile 24 titre"/>
          <p:cNvSpPr txBox="1"/>
          <p:nvPr/>
        </p:nvSpPr>
        <p:spPr>
          <a:xfrm>
            <a:off x="9256014" y="5696712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Sources et références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 icône" descr="Le monde Ap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monde des tablettes et des téléphones Apple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1-1 à 1-2</a:t>
            </a:r>
            <a:endParaRPr lang="en-US" sz="1300" dirty="0"/>
          </a:p>
        </p:txBody>
      </p:sp>
      <p:sp>
        <p:nvSpPr>
          <p:cNvPr id="7" name="Section 1.1"/>
          <p:cNvSpPr/>
          <p:nvPr/>
        </p:nvSpPr>
        <p:spPr>
          <a:xfrm>
            <a:off x="4297680" y="114300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1.1 numéro"/>
          <p:cNvSpPr txBox="1"/>
          <p:nvPr/>
        </p:nvSpPr>
        <p:spPr>
          <a:xfrm>
            <a:off x="4480560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1400" dirty="0"/>
          </a:p>
        </p:txBody>
      </p:sp>
      <p:sp>
        <p:nvSpPr>
          <p:cNvPr id="9" name="Section 1.1 titre"/>
          <p:cNvSpPr txBox="1"/>
          <p:nvPr/>
        </p:nvSpPr>
        <p:spPr>
          <a:xfrm>
            <a:off x="5074920" y="16870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Introduction</a:t>
            </a:r>
            <a:endParaRPr lang="en-US" sz="1500" dirty="0"/>
          </a:p>
        </p:txBody>
      </p:sp>
      <p:sp>
        <p:nvSpPr>
          <p:cNvPr id="10" name="Section 1.1 page"/>
          <p:cNvSpPr txBox="1"/>
          <p:nvPr/>
        </p:nvSpPr>
        <p:spPr>
          <a:xfrm>
            <a:off x="11000232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1-1</a:t>
            </a:r>
            <a:endParaRPr lang="en-US" sz="1100" dirty="0"/>
          </a:p>
        </p:txBody>
      </p:sp>
      <p:sp>
        <p:nvSpPr>
          <p:cNvPr id="11" name="Section 1.2"/>
          <p:cNvSpPr/>
          <p:nvPr/>
        </p:nvSpPr>
        <p:spPr>
          <a:xfrm>
            <a:off x="4297680" y="269748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1.2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1400" dirty="0"/>
          </a:p>
        </p:txBody>
      </p:sp>
      <p:sp>
        <p:nvSpPr>
          <p:cNvPr id="13" name="Section 1.2 titre"/>
          <p:cNvSpPr txBox="1"/>
          <p:nvPr/>
        </p:nvSpPr>
        <p:spPr>
          <a:xfrm>
            <a:off x="5074920" y="324154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Qu’est-ce qu’un iPad ? Qu’est-ce qu’un iPhone ?</a:t>
            </a:r>
            <a:endParaRPr lang="en-US" sz="1500" dirty="0"/>
          </a:p>
        </p:txBody>
      </p:sp>
      <p:sp>
        <p:nvSpPr>
          <p:cNvPr id="14" name="Section 1.2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1-1</a:t>
            </a:r>
            <a:endParaRPr lang="en-US" sz="1100" dirty="0"/>
          </a:p>
        </p:txBody>
      </p:sp>
      <p:sp>
        <p:nvSpPr>
          <p:cNvPr id="15" name="Section 1.3"/>
          <p:cNvSpPr/>
          <p:nvPr/>
        </p:nvSpPr>
        <p:spPr>
          <a:xfrm>
            <a:off x="4297680" y="425196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Section 1.3 numéro"/>
          <p:cNvSpPr txBox="1"/>
          <p:nvPr/>
        </p:nvSpPr>
        <p:spPr>
          <a:xfrm>
            <a:off x="4480560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</a:t>
            </a:r>
            <a:endParaRPr lang="en-US" sz="1400" dirty="0"/>
          </a:p>
        </p:txBody>
      </p:sp>
      <p:sp>
        <p:nvSpPr>
          <p:cNvPr id="17" name="Section 1.3 titre"/>
          <p:cNvSpPr txBox="1"/>
          <p:nvPr/>
        </p:nvSpPr>
        <p:spPr>
          <a:xfrm>
            <a:off x="5074920" y="479602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Les appareils Apple et les autres</a:t>
            </a:r>
            <a:endParaRPr lang="en-US" sz="1500" dirty="0"/>
          </a:p>
        </p:txBody>
      </p:sp>
      <p:sp>
        <p:nvSpPr>
          <p:cNvPr id="18" name="Section 1.3 page"/>
          <p:cNvSpPr txBox="1"/>
          <p:nvPr/>
        </p:nvSpPr>
        <p:spPr>
          <a:xfrm>
            <a:off x="11000232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1-2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2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2 icône" descr="Principales caractérist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Les tablettes et les téléphones Apple : principales caractéristiques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2-1 à 2-6</a:t>
            </a:r>
            <a:endParaRPr lang="en-US" sz="1300" dirty="0"/>
          </a:p>
        </p:txBody>
      </p:sp>
      <p:sp>
        <p:nvSpPr>
          <p:cNvPr id="7" name="Section 2.1"/>
          <p:cNvSpPr/>
          <p:nvPr/>
        </p:nvSpPr>
        <p:spPr>
          <a:xfrm>
            <a:off x="4297680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2.1 numéro"/>
          <p:cNvSpPr txBox="1"/>
          <p:nvPr/>
        </p:nvSpPr>
        <p:spPr>
          <a:xfrm>
            <a:off x="4480560" y="7315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9" name="Section 2.1 titre"/>
          <p:cNvSpPr txBox="1"/>
          <p:nvPr/>
        </p:nvSpPr>
        <p:spPr>
          <a:xfrm>
            <a:off x="5074920" y="73152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Contrôles physiques</a:t>
            </a:r>
            <a:endParaRPr lang="en-US" sz="1500" dirty="0"/>
          </a:p>
        </p:txBody>
      </p:sp>
      <p:sp>
        <p:nvSpPr>
          <p:cNvPr id="10" name="Section 2.1 page"/>
          <p:cNvSpPr txBox="1"/>
          <p:nvPr/>
        </p:nvSpPr>
        <p:spPr>
          <a:xfrm>
            <a:off x="7168896" y="73152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2-1</a:t>
            </a:r>
            <a:endParaRPr lang="en-US" sz="1100" dirty="0"/>
          </a:p>
        </p:txBody>
      </p:sp>
      <p:sp>
        <p:nvSpPr>
          <p:cNvPr id="11" name="Section 2.1 sous-sections"/>
          <p:cNvSpPr txBox="1"/>
          <p:nvPr/>
        </p:nvSpPr>
        <p:spPr>
          <a:xfrm>
            <a:off x="5074920" y="1024128"/>
            <a:ext cx="2642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Bouton Marche/Arrêt – Veille/Éveil · Touches de contrôle de volume et de sonnerie · Bouton latéral …</a:t>
            </a:r>
            <a:endParaRPr lang="en-US" sz="1100" dirty="0"/>
          </a:p>
        </p:txBody>
      </p:sp>
      <p:sp>
        <p:nvSpPr>
          <p:cNvPr id="12" name="Section 2.2"/>
          <p:cNvSpPr/>
          <p:nvPr/>
        </p:nvSpPr>
        <p:spPr>
          <a:xfrm>
            <a:off x="4297680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3" name="Section 2.2 numéro"/>
          <p:cNvSpPr txBox="1"/>
          <p:nvPr/>
        </p:nvSpPr>
        <p:spPr>
          <a:xfrm>
            <a:off x="4480560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1400" dirty="0"/>
          </a:p>
        </p:txBody>
      </p:sp>
      <p:sp>
        <p:nvSpPr>
          <p:cNvPr id="14" name="Section 2.2 titre"/>
          <p:cNvSpPr txBox="1"/>
          <p:nvPr/>
        </p:nvSpPr>
        <p:spPr>
          <a:xfrm>
            <a:off x="5074920" y="2510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 de l’appareil</a:t>
            </a:r>
            <a:endParaRPr lang="en-US" sz="1500" dirty="0"/>
          </a:p>
        </p:txBody>
      </p:sp>
      <p:sp>
        <p:nvSpPr>
          <p:cNvPr id="15" name="Section 2.2 page"/>
          <p:cNvSpPr txBox="1"/>
          <p:nvPr/>
        </p:nvSpPr>
        <p:spPr>
          <a:xfrm>
            <a:off x="7168896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2-3</a:t>
            </a:r>
            <a:endParaRPr lang="en-US" sz="1100" dirty="0"/>
          </a:p>
        </p:txBody>
      </p:sp>
      <p:sp>
        <p:nvSpPr>
          <p:cNvPr id="16" name="Section 2.3"/>
          <p:cNvSpPr/>
          <p:nvPr/>
        </p:nvSpPr>
        <p:spPr>
          <a:xfrm>
            <a:off x="4297680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7" name="Section 2.3 numéro"/>
          <p:cNvSpPr txBox="1"/>
          <p:nvPr/>
        </p:nvSpPr>
        <p:spPr>
          <a:xfrm>
            <a:off x="4480560" y="38496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</a:t>
            </a:r>
            <a:endParaRPr lang="en-US" sz="1400" dirty="0"/>
          </a:p>
        </p:txBody>
      </p:sp>
      <p:sp>
        <p:nvSpPr>
          <p:cNvPr id="18" name="Section 2.3 titre"/>
          <p:cNvSpPr txBox="1"/>
          <p:nvPr/>
        </p:nvSpPr>
        <p:spPr>
          <a:xfrm>
            <a:off x="5074920" y="384962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Devant de l’appareil</a:t>
            </a:r>
            <a:endParaRPr lang="en-US" sz="1500" dirty="0"/>
          </a:p>
        </p:txBody>
      </p:sp>
      <p:sp>
        <p:nvSpPr>
          <p:cNvPr id="19" name="Section 2.3 page"/>
          <p:cNvSpPr txBox="1"/>
          <p:nvPr/>
        </p:nvSpPr>
        <p:spPr>
          <a:xfrm>
            <a:off x="7168896" y="38496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2-3</a:t>
            </a:r>
            <a:endParaRPr lang="en-US" sz="1100" dirty="0"/>
          </a:p>
        </p:txBody>
      </p:sp>
      <p:sp>
        <p:nvSpPr>
          <p:cNvPr id="20" name="Section 2.3 sous-sections"/>
          <p:cNvSpPr txBox="1"/>
          <p:nvPr/>
        </p:nvSpPr>
        <p:spPr>
          <a:xfrm>
            <a:off x="5074920" y="414223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Caméra avant · Bouton principal</a:t>
            </a:r>
            <a:endParaRPr lang="en-US" sz="1100" dirty="0"/>
          </a:p>
        </p:txBody>
      </p:sp>
      <p:sp>
        <p:nvSpPr>
          <p:cNvPr id="21" name="Section 2.4"/>
          <p:cNvSpPr/>
          <p:nvPr/>
        </p:nvSpPr>
        <p:spPr>
          <a:xfrm>
            <a:off x="4297680" y="493776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2" name="Section 2.4 numéro"/>
          <p:cNvSpPr txBox="1"/>
          <p:nvPr/>
        </p:nvSpPr>
        <p:spPr>
          <a:xfrm>
            <a:off x="4480560" y="50977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</a:t>
            </a:r>
            <a:endParaRPr lang="en-US" sz="1400" dirty="0"/>
          </a:p>
        </p:txBody>
      </p:sp>
      <p:sp>
        <p:nvSpPr>
          <p:cNvPr id="23" name="Section 2.4 titre"/>
          <p:cNvSpPr txBox="1"/>
          <p:nvPr/>
        </p:nvSpPr>
        <p:spPr>
          <a:xfrm>
            <a:off x="5074920" y="5097780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Écrans de l’iPad et de l’iPhone</a:t>
            </a:r>
            <a:endParaRPr lang="en-US" sz="1500" dirty="0"/>
          </a:p>
        </p:txBody>
      </p:sp>
      <p:sp>
        <p:nvSpPr>
          <p:cNvPr id="24" name="Section 2.4 page"/>
          <p:cNvSpPr txBox="1"/>
          <p:nvPr/>
        </p:nvSpPr>
        <p:spPr>
          <a:xfrm>
            <a:off x="7168896" y="50977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2-4</a:t>
            </a:r>
            <a:endParaRPr lang="en-US" sz="1100" dirty="0"/>
          </a:p>
        </p:txBody>
      </p:sp>
      <p:sp>
        <p:nvSpPr>
          <p:cNvPr id="25" name="Section 2.4 sous-sections"/>
          <p:cNvSpPr txBox="1"/>
          <p:nvPr/>
        </p:nvSpPr>
        <p:spPr>
          <a:xfrm>
            <a:off x="5074920" y="5628132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Écran de verrouillage · Écran d’accueil</a:t>
            </a:r>
            <a:endParaRPr lang="en-US" sz="1100" dirty="0"/>
          </a:p>
        </p:txBody>
      </p:sp>
      <p:sp>
        <p:nvSpPr>
          <p:cNvPr id="26" name="Section 2.5"/>
          <p:cNvSpPr/>
          <p:nvPr/>
        </p:nvSpPr>
        <p:spPr>
          <a:xfrm>
            <a:off x="8129016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7" name="Section 2.5 numéro"/>
          <p:cNvSpPr txBox="1"/>
          <p:nvPr/>
        </p:nvSpPr>
        <p:spPr>
          <a:xfrm>
            <a:off x="8311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</a:t>
            </a:r>
            <a:endParaRPr lang="en-US" sz="1400" dirty="0"/>
          </a:p>
        </p:txBody>
      </p:sp>
      <p:sp>
        <p:nvSpPr>
          <p:cNvPr id="28" name="Section 2.5 titre"/>
          <p:cNvSpPr txBox="1"/>
          <p:nvPr/>
        </p:nvSpPr>
        <p:spPr>
          <a:xfrm>
            <a:off x="8906256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Applications</a:t>
            </a:r>
            <a:endParaRPr lang="en-US" sz="1500" dirty="0"/>
          </a:p>
        </p:txBody>
      </p:sp>
      <p:sp>
        <p:nvSpPr>
          <p:cNvPr id="29" name="Section 2.5 page"/>
          <p:cNvSpPr txBox="1"/>
          <p:nvPr/>
        </p:nvSpPr>
        <p:spPr>
          <a:xfrm>
            <a:off x="11000232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2-5</a:t>
            </a:r>
            <a:endParaRPr lang="en-US" sz="1100" dirty="0"/>
          </a:p>
        </p:txBody>
      </p:sp>
      <p:sp>
        <p:nvSpPr>
          <p:cNvPr id="30" name="Section 2.6"/>
          <p:cNvSpPr/>
          <p:nvPr/>
        </p:nvSpPr>
        <p:spPr>
          <a:xfrm>
            <a:off x="8129016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1" name="Section 2.6 numéro"/>
          <p:cNvSpPr txBox="1"/>
          <p:nvPr/>
        </p:nvSpPr>
        <p:spPr>
          <a:xfrm>
            <a:off x="8311896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</a:t>
            </a:r>
            <a:endParaRPr lang="en-US" sz="1400" dirty="0"/>
          </a:p>
        </p:txBody>
      </p:sp>
      <p:sp>
        <p:nvSpPr>
          <p:cNvPr id="32" name="Section 2.6 titre"/>
          <p:cNvSpPr txBox="1"/>
          <p:nvPr/>
        </p:nvSpPr>
        <p:spPr>
          <a:xfrm>
            <a:off x="8906256" y="2510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Orientation</a:t>
            </a:r>
            <a:endParaRPr lang="en-US" sz="1500" dirty="0"/>
          </a:p>
        </p:txBody>
      </p:sp>
      <p:sp>
        <p:nvSpPr>
          <p:cNvPr id="33" name="Section 2.6 page"/>
          <p:cNvSpPr txBox="1"/>
          <p:nvPr/>
        </p:nvSpPr>
        <p:spPr>
          <a:xfrm>
            <a:off x="11000232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2-6</a:t>
            </a:r>
            <a:endParaRPr lang="en-US" sz="1100" dirty="0"/>
          </a:p>
        </p:txBody>
      </p:sp>
      <p:sp>
        <p:nvSpPr>
          <p:cNvPr id="34" name="Section 2.7"/>
          <p:cNvSpPr/>
          <p:nvPr/>
        </p:nvSpPr>
        <p:spPr>
          <a:xfrm>
            <a:off x="8129016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5" name="Section 2.7 numéro"/>
          <p:cNvSpPr txBox="1"/>
          <p:nvPr/>
        </p:nvSpPr>
        <p:spPr>
          <a:xfrm>
            <a:off x="8311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1400" dirty="0"/>
          </a:p>
        </p:txBody>
      </p:sp>
      <p:sp>
        <p:nvSpPr>
          <p:cNvPr id="36" name="Section 2.7 titre"/>
          <p:cNvSpPr txBox="1"/>
          <p:nvPr/>
        </p:nvSpPr>
        <p:spPr>
          <a:xfrm>
            <a:off x="8906256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Accessoires</a:t>
            </a:r>
            <a:endParaRPr lang="en-US" sz="1500" dirty="0"/>
          </a:p>
        </p:txBody>
      </p:sp>
      <p:sp>
        <p:nvSpPr>
          <p:cNvPr id="37" name="Section 2.7 page"/>
          <p:cNvSpPr txBox="1"/>
          <p:nvPr/>
        </p:nvSpPr>
        <p:spPr>
          <a:xfrm>
            <a:off x="11000232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2-6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3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3 icône" descr="Le langage des doig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 langage des doigts à l’écran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3-1 à 3-2</a:t>
            </a:r>
            <a:endParaRPr lang="en-US" sz="1300" dirty="0"/>
          </a:p>
        </p:txBody>
      </p:sp>
      <p:sp>
        <p:nvSpPr>
          <p:cNvPr id="7" name="Section 3.1"/>
          <p:cNvSpPr/>
          <p:nvPr/>
        </p:nvSpPr>
        <p:spPr>
          <a:xfrm>
            <a:off x="4297680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3.1 numéro"/>
          <p:cNvSpPr txBox="1"/>
          <p:nvPr/>
        </p:nvSpPr>
        <p:spPr>
          <a:xfrm>
            <a:off x="4480560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</a:t>
            </a:r>
            <a:endParaRPr lang="en-US" sz="1400" dirty="0"/>
          </a:p>
        </p:txBody>
      </p:sp>
      <p:sp>
        <p:nvSpPr>
          <p:cNvPr id="9" name="Section 3.1 titre"/>
          <p:cNvSpPr txBox="1"/>
          <p:nvPr/>
        </p:nvSpPr>
        <p:spPr>
          <a:xfrm>
            <a:off x="5074920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Défiler</a:t>
            </a:r>
            <a:endParaRPr lang="en-US" sz="1500" dirty="0"/>
          </a:p>
        </p:txBody>
      </p:sp>
      <p:sp>
        <p:nvSpPr>
          <p:cNvPr id="10" name="Section 3.1 page"/>
          <p:cNvSpPr txBox="1"/>
          <p:nvPr/>
        </p:nvSpPr>
        <p:spPr>
          <a:xfrm>
            <a:off x="7168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3-1</a:t>
            </a:r>
            <a:endParaRPr lang="en-US" sz="1100" dirty="0"/>
          </a:p>
        </p:txBody>
      </p:sp>
      <p:sp>
        <p:nvSpPr>
          <p:cNvPr id="11" name="Section 3.2"/>
          <p:cNvSpPr/>
          <p:nvPr/>
        </p:nvSpPr>
        <p:spPr>
          <a:xfrm>
            <a:off x="4297680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3.2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</a:t>
            </a:r>
            <a:endParaRPr lang="en-US" sz="1400" dirty="0"/>
          </a:p>
        </p:txBody>
      </p:sp>
      <p:sp>
        <p:nvSpPr>
          <p:cNvPr id="13" name="Section 3.2 titre"/>
          <p:cNvSpPr txBox="1"/>
          <p:nvPr/>
        </p:nvSpPr>
        <p:spPr>
          <a:xfrm>
            <a:off x="5074920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Toucher</a:t>
            </a:r>
            <a:endParaRPr lang="en-US" sz="1500" dirty="0"/>
          </a:p>
        </p:txBody>
      </p:sp>
      <p:sp>
        <p:nvSpPr>
          <p:cNvPr id="14" name="Section 3.2 page"/>
          <p:cNvSpPr txBox="1"/>
          <p:nvPr/>
        </p:nvSpPr>
        <p:spPr>
          <a:xfrm>
            <a:off x="7168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3-1</a:t>
            </a:r>
            <a:endParaRPr lang="en-US" sz="1100" dirty="0"/>
          </a:p>
        </p:txBody>
      </p:sp>
      <p:sp>
        <p:nvSpPr>
          <p:cNvPr id="15" name="Section 3.3"/>
          <p:cNvSpPr/>
          <p:nvPr/>
        </p:nvSpPr>
        <p:spPr>
          <a:xfrm>
            <a:off x="4297680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Section 3.3 numéro"/>
          <p:cNvSpPr txBox="1"/>
          <p:nvPr/>
        </p:nvSpPr>
        <p:spPr>
          <a:xfrm>
            <a:off x="4480560" y="4672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</a:t>
            </a:r>
            <a:endParaRPr lang="en-US" sz="1400" dirty="0"/>
          </a:p>
        </p:txBody>
      </p:sp>
      <p:sp>
        <p:nvSpPr>
          <p:cNvPr id="17" name="Section 3.3 titre"/>
          <p:cNvSpPr txBox="1"/>
          <p:nvPr/>
        </p:nvSpPr>
        <p:spPr>
          <a:xfrm>
            <a:off x="5074920" y="467258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Zoomer</a:t>
            </a:r>
            <a:endParaRPr lang="en-US" sz="1500" dirty="0"/>
          </a:p>
        </p:txBody>
      </p:sp>
      <p:sp>
        <p:nvSpPr>
          <p:cNvPr id="18" name="Section 3.3 page"/>
          <p:cNvSpPr txBox="1"/>
          <p:nvPr/>
        </p:nvSpPr>
        <p:spPr>
          <a:xfrm>
            <a:off x="7168896" y="4672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3-1</a:t>
            </a:r>
            <a:endParaRPr lang="en-US" sz="1100" dirty="0"/>
          </a:p>
        </p:txBody>
      </p:sp>
      <p:sp>
        <p:nvSpPr>
          <p:cNvPr id="19" name="Section 3.3 sous-sections"/>
          <p:cNvSpPr txBox="1"/>
          <p:nvPr/>
        </p:nvSpPr>
        <p:spPr>
          <a:xfrm>
            <a:off x="5074920" y="496519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Zoom avant · Zoom arrière</a:t>
            </a:r>
            <a:endParaRPr lang="en-US" sz="1100" dirty="0"/>
          </a:p>
        </p:txBody>
      </p:sp>
      <p:sp>
        <p:nvSpPr>
          <p:cNvPr id="20" name="Section 3.4"/>
          <p:cNvSpPr/>
          <p:nvPr/>
        </p:nvSpPr>
        <p:spPr>
          <a:xfrm>
            <a:off x="8129016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1" name="Section 3.4 numéro"/>
          <p:cNvSpPr txBox="1"/>
          <p:nvPr/>
        </p:nvSpPr>
        <p:spPr>
          <a:xfrm>
            <a:off x="8311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</a:t>
            </a:r>
            <a:endParaRPr lang="en-US" sz="1400" dirty="0"/>
          </a:p>
        </p:txBody>
      </p:sp>
      <p:sp>
        <p:nvSpPr>
          <p:cNvPr id="22" name="Section 3.4 titre"/>
          <p:cNvSpPr txBox="1"/>
          <p:nvPr/>
        </p:nvSpPr>
        <p:spPr>
          <a:xfrm>
            <a:off x="8906256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Pivoter</a:t>
            </a:r>
            <a:endParaRPr lang="en-US" sz="1500" dirty="0"/>
          </a:p>
        </p:txBody>
      </p:sp>
      <p:sp>
        <p:nvSpPr>
          <p:cNvPr id="23" name="Section 3.4 page"/>
          <p:cNvSpPr txBox="1"/>
          <p:nvPr/>
        </p:nvSpPr>
        <p:spPr>
          <a:xfrm>
            <a:off x="11000232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3-1</a:t>
            </a:r>
            <a:endParaRPr lang="en-US" sz="1100" dirty="0"/>
          </a:p>
        </p:txBody>
      </p:sp>
      <p:sp>
        <p:nvSpPr>
          <p:cNvPr id="24" name="Section 3.5"/>
          <p:cNvSpPr/>
          <p:nvPr/>
        </p:nvSpPr>
        <p:spPr>
          <a:xfrm>
            <a:off x="8129016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5" name="Section 3.5 numéro"/>
          <p:cNvSpPr txBox="1"/>
          <p:nvPr/>
        </p:nvSpPr>
        <p:spPr>
          <a:xfrm>
            <a:off x="8311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</a:t>
            </a:r>
            <a:endParaRPr lang="en-US" sz="1400" dirty="0"/>
          </a:p>
        </p:txBody>
      </p:sp>
      <p:sp>
        <p:nvSpPr>
          <p:cNvPr id="26" name="Section 3.5 titre"/>
          <p:cNvSpPr txBox="1"/>
          <p:nvPr/>
        </p:nvSpPr>
        <p:spPr>
          <a:xfrm>
            <a:off x="8906256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Glisser</a:t>
            </a:r>
            <a:endParaRPr lang="en-US" sz="1500" dirty="0"/>
          </a:p>
        </p:txBody>
      </p:sp>
      <p:sp>
        <p:nvSpPr>
          <p:cNvPr id="27" name="Section 3.5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3-2</a:t>
            </a:r>
            <a:endParaRPr lang="en-US" sz="1100" dirty="0"/>
          </a:p>
        </p:txBody>
      </p:sp>
      <p:sp>
        <p:nvSpPr>
          <p:cNvPr id="28" name="Section 3.6"/>
          <p:cNvSpPr/>
          <p:nvPr/>
        </p:nvSpPr>
        <p:spPr>
          <a:xfrm>
            <a:off x="8129016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9" name="Section 3.6 numéro"/>
          <p:cNvSpPr txBox="1"/>
          <p:nvPr/>
        </p:nvSpPr>
        <p:spPr>
          <a:xfrm>
            <a:off x="8311896" y="44577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</a:t>
            </a:r>
            <a:endParaRPr lang="en-US" sz="1400" dirty="0"/>
          </a:p>
        </p:txBody>
      </p:sp>
      <p:sp>
        <p:nvSpPr>
          <p:cNvPr id="30" name="Section 3.6 titre"/>
          <p:cNvSpPr txBox="1"/>
          <p:nvPr/>
        </p:nvSpPr>
        <p:spPr>
          <a:xfrm>
            <a:off x="8906256" y="4457700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Retour à l’écran d’accueil</a:t>
            </a:r>
            <a:endParaRPr lang="en-US" sz="1500" dirty="0"/>
          </a:p>
        </p:txBody>
      </p:sp>
      <p:sp>
        <p:nvSpPr>
          <p:cNvPr id="31" name="Section 3.6 page"/>
          <p:cNvSpPr txBox="1"/>
          <p:nvPr/>
        </p:nvSpPr>
        <p:spPr>
          <a:xfrm>
            <a:off x="11000232" y="44577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3-2</a:t>
            </a:r>
            <a:endParaRPr lang="en-US" sz="1100" dirty="0"/>
          </a:p>
        </p:txBody>
      </p:sp>
      <p:sp>
        <p:nvSpPr>
          <p:cNvPr id="32" name="Section 3.6 sous-sections"/>
          <p:cNvSpPr txBox="1"/>
          <p:nvPr/>
        </p:nvSpPr>
        <p:spPr>
          <a:xfrm>
            <a:off x="8906256" y="4988052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Avec une tablette iPad · Avec un téléphone iPhone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4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4 icône" descr="Gérer les applic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Gérer les applications et personnaliser l’écran d’accueil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4-1 à 4-3</a:t>
            </a:r>
            <a:endParaRPr lang="en-US" sz="1300" dirty="0"/>
          </a:p>
        </p:txBody>
      </p:sp>
      <p:sp>
        <p:nvSpPr>
          <p:cNvPr id="7" name="Section 4.1"/>
          <p:cNvSpPr/>
          <p:nvPr/>
        </p:nvSpPr>
        <p:spPr>
          <a:xfrm>
            <a:off x="4297680" y="54864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4.1 numéro"/>
          <p:cNvSpPr txBox="1"/>
          <p:nvPr/>
        </p:nvSpPr>
        <p:spPr>
          <a:xfrm>
            <a:off x="4480560" y="9235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</a:t>
            </a:r>
            <a:endParaRPr lang="en-US" sz="1400" dirty="0"/>
          </a:p>
        </p:txBody>
      </p:sp>
      <p:sp>
        <p:nvSpPr>
          <p:cNvPr id="9" name="Section 4.1 titre"/>
          <p:cNvSpPr txBox="1"/>
          <p:nvPr/>
        </p:nvSpPr>
        <p:spPr>
          <a:xfrm>
            <a:off x="5074920" y="92354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Déplacer une application</a:t>
            </a:r>
            <a:endParaRPr lang="en-US" sz="1500" dirty="0"/>
          </a:p>
        </p:txBody>
      </p:sp>
      <p:sp>
        <p:nvSpPr>
          <p:cNvPr id="10" name="Section 4.1 page"/>
          <p:cNvSpPr txBox="1"/>
          <p:nvPr/>
        </p:nvSpPr>
        <p:spPr>
          <a:xfrm>
            <a:off x="11000232" y="9235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4-1</a:t>
            </a:r>
            <a:endParaRPr lang="en-US" sz="1100" dirty="0"/>
          </a:p>
        </p:txBody>
      </p:sp>
      <p:sp>
        <p:nvSpPr>
          <p:cNvPr id="11" name="Section 4.1 sous-sections"/>
          <p:cNvSpPr txBox="1"/>
          <p:nvPr/>
        </p:nvSpPr>
        <p:spPr>
          <a:xfrm>
            <a:off x="5074920" y="1216152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Déplacement sur le même écran · Déplacement d’un écran à un autre</a:t>
            </a:r>
            <a:endParaRPr lang="en-US" sz="1100" dirty="0"/>
          </a:p>
        </p:txBody>
      </p:sp>
      <p:sp>
        <p:nvSpPr>
          <p:cNvPr id="12" name="Section 4.2"/>
          <p:cNvSpPr/>
          <p:nvPr/>
        </p:nvSpPr>
        <p:spPr>
          <a:xfrm>
            <a:off x="4297680" y="201168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3" name="Section 4.2 numéro"/>
          <p:cNvSpPr txBox="1"/>
          <p:nvPr/>
        </p:nvSpPr>
        <p:spPr>
          <a:xfrm>
            <a:off x="4480560" y="2386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400" dirty="0"/>
          </a:p>
        </p:txBody>
      </p:sp>
      <p:sp>
        <p:nvSpPr>
          <p:cNvPr id="14" name="Section 4.2 titre"/>
          <p:cNvSpPr txBox="1"/>
          <p:nvPr/>
        </p:nvSpPr>
        <p:spPr>
          <a:xfrm>
            <a:off x="5074920" y="23865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Organiser des applications à l’aide de dossiers</a:t>
            </a:r>
            <a:endParaRPr lang="en-US" sz="1500" dirty="0"/>
          </a:p>
        </p:txBody>
      </p:sp>
      <p:sp>
        <p:nvSpPr>
          <p:cNvPr id="15" name="Section 4.2 page"/>
          <p:cNvSpPr txBox="1"/>
          <p:nvPr/>
        </p:nvSpPr>
        <p:spPr>
          <a:xfrm>
            <a:off x="11000232" y="2386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4-2</a:t>
            </a:r>
            <a:endParaRPr lang="en-US" sz="1100" dirty="0"/>
          </a:p>
        </p:txBody>
      </p:sp>
      <p:sp>
        <p:nvSpPr>
          <p:cNvPr id="16" name="Section 4.2 sous-sections"/>
          <p:cNvSpPr txBox="1"/>
          <p:nvPr/>
        </p:nvSpPr>
        <p:spPr>
          <a:xfrm>
            <a:off x="5074920" y="2679192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Créer des dossiers · Modifier des dossiers</a:t>
            </a:r>
            <a:endParaRPr lang="en-US" sz="1100" dirty="0"/>
          </a:p>
        </p:txBody>
      </p:sp>
      <p:sp>
        <p:nvSpPr>
          <p:cNvPr id="17" name="Section 4.3"/>
          <p:cNvSpPr/>
          <p:nvPr/>
        </p:nvSpPr>
        <p:spPr>
          <a:xfrm>
            <a:off x="4297680" y="347472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8" name="Section 4.3 numéro"/>
          <p:cNvSpPr txBox="1"/>
          <p:nvPr/>
        </p:nvSpPr>
        <p:spPr>
          <a:xfrm>
            <a:off x="4480560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</a:t>
            </a:r>
            <a:endParaRPr lang="en-US" sz="1400" dirty="0"/>
          </a:p>
        </p:txBody>
      </p:sp>
      <p:sp>
        <p:nvSpPr>
          <p:cNvPr id="19" name="Section 4.3 titre"/>
          <p:cNvSpPr txBox="1"/>
          <p:nvPr/>
        </p:nvSpPr>
        <p:spPr>
          <a:xfrm>
            <a:off x="5074920" y="39730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Désinstaller des applications</a:t>
            </a:r>
            <a:endParaRPr lang="en-US" sz="1500" dirty="0"/>
          </a:p>
        </p:txBody>
      </p:sp>
      <p:sp>
        <p:nvSpPr>
          <p:cNvPr id="20" name="Section 4.3 page"/>
          <p:cNvSpPr txBox="1"/>
          <p:nvPr/>
        </p:nvSpPr>
        <p:spPr>
          <a:xfrm>
            <a:off x="11000232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4-3</a:t>
            </a:r>
            <a:endParaRPr lang="en-US" sz="1100" dirty="0"/>
          </a:p>
        </p:txBody>
      </p:sp>
      <p:sp>
        <p:nvSpPr>
          <p:cNvPr id="21" name="Section 4.4"/>
          <p:cNvSpPr/>
          <p:nvPr/>
        </p:nvSpPr>
        <p:spPr>
          <a:xfrm>
            <a:off x="4297680" y="493776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2" name="Section 4.4 numéro"/>
          <p:cNvSpPr txBox="1"/>
          <p:nvPr/>
        </p:nvSpPr>
        <p:spPr>
          <a:xfrm>
            <a:off x="4480560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</a:t>
            </a:r>
            <a:endParaRPr lang="en-US" sz="1400" dirty="0"/>
          </a:p>
        </p:txBody>
      </p:sp>
      <p:sp>
        <p:nvSpPr>
          <p:cNvPr id="23" name="Section 4.4 titre"/>
          <p:cNvSpPr txBox="1"/>
          <p:nvPr/>
        </p:nvSpPr>
        <p:spPr>
          <a:xfrm>
            <a:off x="5074920" y="543610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Basculer entre les Apps</a:t>
            </a:r>
            <a:endParaRPr lang="en-US" sz="1500" dirty="0"/>
          </a:p>
        </p:txBody>
      </p:sp>
      <p:sp>
        <p:nvSpPr>
          <p:cNvPr id="24" name="Section 4.4 page"/>
          <p:cNvSpPr txBox="1"/>
          <p:nvPr/>
        </p:nvSpPr>
        <p:spPr>
          <a:xfrm>
            <a:off x="11000232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4-3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5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5 icône" descr="Les réglages de 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Les réglages de base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5-1 à 5-14</a:t>
            </a:r>
            <a:endParaRPr lang="en-US" sz="1300" dirty="0"/>
          </a:p>
        </p:txBody>
      </p:sp>
      <p:sp>
        <p:nvSpPr>
          <p:cNvPr id="7" name="Section 5.1"/>
          <p:cNvSpPr/>
          <p:nvPr/>
        </p:nvSpPr>
        <p:spPr>
          <a:xfrm>
            <a:off x="4297680" y="54864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8" name="Section 5.1 numéro"/>
          <p:cNvSpPr txBox="1"/>
          <p:nvPr/>
        </p:nvSpPr>
        <p:spPr>
          <a:xfrm>
            <a:off x="4480560" y="6797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</a:t>
            </a:r>
            <a:endParaRPr lang="en-US" sz="1400" dirty="0"/>
          </a:p>
        </p:txBody>
      </p:sp>
      <p:sp>
        <p:nvSpPr>
          <p:cNvPr id="9" name="Section 5.1 titre"/>
          <p:cNvSpPr txBox="1"/>
          <p:nvPr/>
        </p:nvSpPr>
        <p:spPr>
          <a:xfrm>
            <a:off x="5074920" y="67970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L’écran des réglages</a:t>
            </a:r>
            <a:endParaRPr lang="en-US" sz="1500" dirty="0"/>
          </a:p>
        </p:txBody>
      </p:sp>
      <p:sp>
        <p:nvSpPr>
          <p:cNvPr id="10" name="Section 5.1 page"/>
          <p:cNvSpPr txBox="1"/>
          <p:nvPr/>
        </p:nvSpPr>
        <p:spPr>
          <a:xfrm>
            <a:off x="7168896" y="6797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5-1</a:t>
            </a:r>
            <a:endParaRPr lang="en-US" sz="1100" dirty="0"/>
          </a:p>
        </p:txBody>
      </p:sp>
      <p:sp>
        <p:nvSpPr>
          <p:cNvPr id="11" name="Section 5.1 sous-sections"/>
          <p:cNvSpPr txBox="1"/>
          <p:nvPr/>
        </p:nvSpPr>
        <p:spPr>
          <a:xfrm>
            <a:off x="5074920" y="97231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Sur un iPad · Sur un iPhone</a:t>
            </a:r>
            <a:endParaRPr lang="en-US" sz="1100" dirty="0"/>
          </a:p>
        </p:txBody>
      </p:sp>
      <p:sp>
        <p:nvSpPr>
          <p:cNvPr id="12" name="Section 5.2"/>
          <p:cNvSpPr/>
          <p:nvPr/>
        </p:nvSpPr>
        <p:spPr>
          <a:xfrm>
            <a:off x="4297680" y="152400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3" name="Section 5.2 numéro"/>
          <p:cNvSpPr txBox="1"/>
          <p:nvPr/>
        </p:nvSpPr>
        <p:spPr>
          <a:xfrm>
            <a:off x="4480560" y="16596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14" name="Section 5.2 titre"/>
          <p:cNvSpPr txBox="1"/>
          <p:nvPr/>
        </p:nvSpPr>
        <p:spPr>
          <a:xfrm>
            <a:off x="5074920" y="165963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Contrôles dans les écrans Réglages</a:t>
            </a:r>
            <a:endParaRPr lang="en-US" sz="1500" dirty="0"/>
          </a:p>
        </p:txBody>
      </p:sp>
      <p:sp>
        <p:nvSpPr>
          <p:cNvPr id="15" name="Section 5.2 page"/>
          <p:cNvSpPr txBox="1"/>
          <p:nvPr/>
        </p:nvSpPr>
        <p:spPr>
          <a:xfrm>
            <a:off x="7168896" y="16596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5-2</a:t>
            </a:r>
            <a:endParaRPr lang="en-US" sz="1100" dirty="0"/>
          </a:p>
        </p:txBody>
      </p:sp>
      <p:sp>
        <p:nvSpPr>
          <p:cNvPr id="16" name="Section 5.3"/>
          <p:cNvSpPr/>
          <p:nvPr/>
        </p:nvSpPr>
        <p:spPr>
          <a:xfrm>
            <a:off x="4297680" y="249936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17" name="Section 5.3 numéro"/>
          <p:cNvSpPr txBox="1"/>
          <p:nvPr/>
        </p:nvSpPr>
        <p:spPr>
          <a:xfrm>
            <a:off x="4480560" y="27538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400" dirty="0"/>
          </a:p>
        </p:txBody>
      </p:sp>
      <p:sp>
        <p:nvSpPr>
          <p:cNvPr id="18" name="Section 5.3 titre"/>
          <p:cNvSpPr txBox="1"/>
          <p:nvPr/>
        </p:nvSpPr>
        <p:spPr>
          <a:xfrm>
            <a:off x="5074920" y="27538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 Avion</a:t>
            </a:r>
            <a:endParaRPr lang="en-US" sz="1500" dirty="0"/>
          </a:p>
        </p:txBody>
      </p:sp>
      <p:sp>
        <p:nvSpPr>
          <p:cNvPr id="19" name="Section 5.3 page"/>
          <p:cNvSpPr txBox="1"/>
          <p:nvPr/>
        </p:nvSpPr>
        <p:spPr>
          <a:xfrm>
            <a:off x="7168896" y="27538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5-3</a:t>
            </a:r>
            <a:endParaRPr lang="en-US" sz="1100" dirty="0"/>
          </a:p>
        </p:txBody>
      </p:sp>
      <p:sp>
        <p:nvSpPr>
          <p:cNvPr id="20" name="Section 5.4"/>
          <p:cNvSpPr/>
          <p:nvPr/>
        </p:nvSpPr>
        <p:spPr>
          <a:xfrm>
            <a:off x="4297680" y="347472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1" name="Section 5.4 numéro"/>
          <p:cNvSpPr txBox="1"/>
          <p:nvPr/>
        </p:nvSpPr>
        <p:spPr>
          <a:xfrm>
            <a:off x="4480560" y="36103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</a:t>
            </a:r>
            <a:endParaRPr lang="en-US" sz="1400" dirty="0"/>
          </a:p>
        </p:txBody>
      </p:sp>
      <p:sp>
        <p:nvSpPr>
          <p:cNvPr id="22" name="Section 5.4 titre"/>
          <p:cNvSpPr txBox="1"/>
          <p:nvPr/>
        </p:nvSpPr>
        <p:spPr>
          <a:xfrm>
            <a:off x="5074920" y="361035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Wi-Fi – connexion sans fil</a:t>
            </a:r>
            <a:endParaRPr lang="en-US" sz="1500" dirty="0"/>
          </a:p>
        </p:txBody>
      </p:sp>
      <p:sp>
        <p:nvSpPr>
          <p:cNvPr id="23" name="Section 5.4 page"/>
          <p:cNvSpPr txBox="1"/>
          <p:nvPr/>
        </p:nvSpPr>
        <p:spPr>
          <a:xfrm>
            <a:off x="7168896" y="36103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5-3</a:t>
            </a:r>
            <a:endParaRPr lang="en-US" sz="1100" dirty="0"/>
          </a:p>
        </p:txBody>
      </p:sp>
      <p:sp>
        <p:nvSpPr>
          <p:cNvPr id="24" name="Section 5.5"/>
          <p:cNvSpPr/>
          <p:nvPr/>
        </p:nvSpPr>
        <p:spPr>
          <a:xfrm>
            <a:off x="4297680" y="445008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5" name="Section 5.5 numéro"/>
          <p:cNvSpPr txBox="1"/>
          <p:nvPr/>
        </p:nvSpPr>
        <p:spPr>
          <a:xfrm>
            <a:off x="4480560" y="47045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</a:t>
            </a:r>
            <a:endParaRPr lang="en-US" sz="1400" dirty="0"/>
          </a:p>
        </p:txBody>
      </p:sp>
      <p:sp>
        <p:nvSpPr>
          <p:cNvPr id="26" name="Section 5.5 titre"/>
          <p:cNvSpPr txBox="1"/>
          <p:nvPr/>
        </p:nvSpPr>
        <p:spPr>
          <a:xfrm>
            <a:off x="5074920" y="47045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Bluetooth</a:t>
            </a:r>
            <a:endParaRPr lang="en-US" sz="1500" dirty="0"/>
          </a:p>
        </p:txBody>
      </p:sp>
      <p:sp>
        <p:nvSpPr>
          <p:cNvPr id="27" name="Section 5.5 page"/>
          <p:cNvSpPr txBox="1"/>
          <p:nvPr/>
        </p:nvSpPr>
        <p:spPr>
          <a:xfrm>
            <a:off x="7168896" y="47045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5-4</a:t>
            </a:r>
            <a:endParaRPr lang="en-US" sz="1100" dirty="0"/>
          </a:p>
        </p:txBody>
      </p:sp>
      <p:sp>
        <p:nvSpPr>
          <p:cNvPr id="28" name="Section 5.6"/>
          <p:cNvSpPr/>
          <p:nvPr/>
        </p:nvSpPr>
        <p:spPr>
          <a:xfrm>
            <a:off x="4297680" y="542544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29" name="Section 5.6 numéro"/>
          <p:cNvSpPr txBox="1"/>
          <p:nvPr/>
        </p:nvSpPr>
        <p:spPr>
          <a:xfrm>
            <a:off x="4480560" y="56799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1400" dirty="0"/>
          </a:p>
        </p:txBody>
      </p:sp>
      <p:sp>
        <p:nvSpPr>
          <p:cNvPr id="30" name="Section 5.6 titre"/>
          <p:cNvSpPr txBox="1"/>
          <p:nvPr/>
        </p:nvSpPr>
        <p:spPr>
          <a:xfrm>
            <a:off x="5074920" y="56799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Réseau cellulaire</a:t>
            </a:r>
            <a:endParaRPr lang="en-US" sz="1500" dirty="0"/>
          </a:p>
        </p:txBody>
      </p:sp>
      <p:sp>
        <p:nvSpPr>
          <p:cNvPr id="31" name="Section 5.6 page"/>
          <p:cNvSpPr txBox="1"/>
          <p:nvPr/>
        </p:nvSpPr>
        <p:spPr>
          <a:xfrm>
            <a:off x="7168896" y="56799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5-5</a:t>
            </a:r>
            <a:endParaRPr lang="en-US" sz="1100" dirty="0"/>
          </a:p>
        </p:txBody>
      </p:sp>
      <p:sp>
        <p:nvSpPr>
          <p:cNvPr id="32" name="Section 5.7"/>
          <p:cNvSpPr/>
          <p:nvPr/>
        </p:nvSpPr>
        <p:spPr>
          <a:xfrm>
            <a:off x="8129016" y="54864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33" name="Section 5.7 numéro"/>
          <p:cNvSpPr txBox="1"/>
          <p:nvPr/>
        </p:nvSpPr>
        <p:spPr>
          <a:xfrm>
            <a:off x="8311896" y="6797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5.7</a:t>
            </a:r>
            <a:endParaRPr lang="en-US" sz="1400" dirty="0"/>
          </a:p>
        </p:txBody>
      </p:sp>
      <p:sp>
        <p:nvSpPr>
          <p:cNvPr id="34" name="Section 5.7 titre"/>
          <p:cNvSpPr txBox="1"/>
          <p:nvPr/>
        </p:nvSpPr>
        <p:spPr>
          <a:xfrm>
            <a:off x="8906256" y="67970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Général</a:t>
            </a:r>
            <a:endParaRPr lang="en-US" sz="1500" dirty="0"/>
          </a:p>
        </p:txBody>
      </p:sp>
      <p:sp>
        <p:nvSpPr>
          <p:cNvPr id="35" name="Section 5.7 page"/>
          <p:cNvSpPr txBox="1"/>
          <p:nvPr/>
        </p:nvSpPr>
        <p:spPr>
          <a:xfrm>
            <a:off x="11000232" y="67970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5-5</a:t>
            </a:r>
            <a:endParaRPr lang="en-US" sz="1100" dirty="0"/>
          </a:p>
        </p:txBody>
      </p:sp>
      <p:sp>
        <p:nvSpPr>
          <p:cNvPr id="36" name="Section 5.7 sous-sections"/>
          <p:cNvSpPr txBox="1"/>
          <p:nvPr/>
        </p:nvSpPr>
        <p:spPr>
          <a:xfrm>
            <a:off x="8906256" y="97231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Informations …</a:t>
            </a:r>
            <a:endParaRPr lang="en-US" sz="1100" dirty="0"/>
          </a:p>
        </p:txBody>
      </p:sp>
      <p:sp>
        <p:nvSpPr>
          <p:cNvPr id="37" name="Section 5.8"/>
          <p:cNvSpPr/>
          <p:nvPr/>
        </p:nvSpPr>
        <p:spPr>
          <a:xfrm>
            <a:off x="8129016" y="152400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38" name="Section 5.8 numéro"/>
          <p:cNvSpPr txBox="1"/>
          <p:nvPr/>
        </p:nvSpPr>
        <p:spPr>
          <a:xfrm>
            <a:off x="8311896" y="1655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5.8</a:t>
            </a:r>
            <a:endParaRPr lang="en-US" sz="1400" dirty="0"/>
          </a:p>
        </p:txBody>
      </p:sp>
      <p:sp>
        <p:nvSpPr>
          <p:cNvPr id="39" name="Section 5.8 titre"/>
          <p:cNvSpPr txBox="1"/>
          <p:nvPr/>
        </p:nvSpPr>
        <p:spPr>
          <a:xfrm>
            <a:off x="8906256" y="165506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Affichage et Luminosité</a:t>
            </a:r>
            <a:endParaRPr lang="en-US" sz="1500" dirty="0"/>
          </a:p>
        </p:txBody>
      </p:sp>
      <p:sp>
        <p:nvSpPr>
          <p:cNvPr id="40" name="Section 5.8 page"/>
          <p:cNvSpPr txBox="1"/>
          <p:nvPr/>
        </p:nvSpPr>
        <p:spPr>
          <a:xfrm>
            <a:off x="11000232" y="16550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5-10</a:t>
            </a:r>
            <a:endParaRPr lang="en-US" sz="1100" dirty="0"/>
          </a:p>
        </p:txBody>
      </p:sp>
      <p:sp>
        <p:nvSpPr>
          <p:cNvPr id="41" name="Section 5.8 sous-sections"/>
          <p:cNvSpPr txBox="1"/>
          <p:nvPr/>
        </p:nvSpPr>
        <p:spPr>
          <a:xfrm>
            <a:off x="8906256" y="194767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Luminosité · Night Shift …</a:t>
            </a:r>
            <a:endParaRPr lang="en-US" sz="1100" dirty="0"/>
          </a:p>
        </p:txBody>
      </p:sp>
      <p:sp>
        <p:nvSpPr>
          <p:cNvPr id="42" name="Section 5.9"/>
          <p:cNvSpPr/>
          <p:nvPr/>
        </p:nvSpPr>
        <p:spPr>
          <a:xfrm>
            <a:off x="8129016" y="249936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43" name="Section 5.9 numéro"/>
          <p:cNvSpPr txBox="1"/>
          <p:nvPr/>
        </p:nvSpPr>
        <p:spPr>
          <a:xfrm>
            <a:off x="8311896" y="26304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endParaRPr lang="en-US" sz="1400" dirty="0"/>
          </a:p>
        </p:txBody>
      </p:sp>
      <p:sp>
        <p:nvSpPr>
          <p:cNvPr id="44" name="Section 5.9 titre"/>
          <p:cNvSpPr txBox="1"/>
          <p:nvPr/>
        </p:nvSpPr>
        <p:spPr>
          <a:xfrm>
            <a:off x="8906256" y="263042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Fond d’écran</a:t>
            </a:r>
            <a:endParaRPr lang="en-US" sz="1500" dirty="0"/>
          </a:p>
        </p:txBody>
      </p:sp>
      <p:sp>
        <p:nvSpPr>
          <p:cNvPr id="45" name="Section 5.9 page"/>
          <p:cNvSpPr txBox="1"/>
          <p:nvPr/>
        </p:nvSpPr>
        <p:spPr>
          <a:xfrm>
            <a:off x="11000232" y="26304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5-11</a:t>
            </a:r>
            <a:endParaRPr lang="en-US" sz="1100" dirty="0"/>
          </a:p>
        </p:txBody>
      </p:sp>
      <p:sp>
        <p:nvSpPr>
          <p:cNvPr id="46" name="Section 5.9 sous-sections"/>
          <p:cNvSpPr txBox="1"/>
          <p:nvPr/>
        </p:nvSpPr>
        <p:spPr>
          <a:xfrm>
            <a:off x="8906256" y="292303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Options …</a:t>
            </a:r>
            <a:endParaRPr lang="en-US" sz="1100" dirty="0"/>
          </a:p>
        </p:txBody>
      </p:sp>
      <p:sp>
        <p:nvSpPr>
          <p:cNvPr id="47" name="Section 5.10"/>
          <p:cNvSpPr/>
          <p:nvPr/>
        </p:nvSpPr>
        <p:spPr>
          <a:xfrm>
            <a:off x="8129016" y="347472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48" name="Section 5.10 numéro"/>
          <p:cNvSpPr txBox="1"/>
          <p:nvPr/>
        </p:nvSpPr>
        <p:spPr>
          <a:xfrm>
            <a:off x="8311896" y="37292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5.10</a:t>
            </a:r>
            <a:endParaRPr lang="en-US" sz="1400" dirty="0"/>
          </a:p>
        </p:txBody>
      </p:sp>
      <p:sp>
        <p:nvSpPr>
          <p:cNvPr id="49" name="Section 5.10 titre"/>
          <p:cNvSpPr txBox="1"/>
          <p:nvPr/>
        </p:nvSpPr>
        <p:spPr>
          <a:xfrm>
            <a:off x="8906256" y="37292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Sons</a:t>
            </a:r>
            <a:endParaRPr lang="en-US" sz="1500" dirty="0"/>
          </a:p>
        </p:txBody>
      </p:sp>
      <p:sp>
        <p:nvSpPr>
          <p:cNvPr id="50" name="Section 5.10 page"/>
          <p:cNvSpPr txBox="1"/>
          <p:nvPr/>
        </p:nvSpPr>
        <p:spPr>
          <a:xfrm>
            <a:off x="11000232" y="37292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5-13</a:t>
            </a:r>
            <a:endParaRPr lang="en-US" sz="1100" dirty="0"/>
          </a:p>
        </p:txBody>
      </p:sp>
      <p:sp>
        <p:nvSpPr>
          <p:cNvPr id="51" name="Section 5.11"/>
          <p:cNvSpPr/>
          <p:nvPr/>
        </p:nvSpPr>
        <p:spPr>
          <a:xfrm>
            <a:off x="8129016" y="4450080"/>
            <a:ext cx="3602736" cy="746760"/>
          </a:xfrm>
          <a:prstGeom prst="roundRect">
            <a:avLst>
              <a:gd name="adj" fmla="val 12245"/>
            </a:avLst>
          </a:prstGeom>
          <a:solidFill>
            <a:schemeClr val="bg2"/>
          </a:solidFill>
          <a:ln/>
        </p:spPr>
      </p:sp>
      <p:sp>
        <p:nvSpPr>
          <p:cNvPr id="52" name="Section 5.11 numéro"/>
          <p:cNvSpPr txBox="1"/>
          <p:nvPr/>
        </p:nvSpPr>
        <p:spPr>
          <a:xfrm>
            <a:off x="8311896" y="45811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5.11</a:t>
            </a:r>
            <a:endParaRPr lang="en-US" sz="1400" dirty="0"/>
          </a:p>
        </p:txBody>
      </p:sp>
      <p:sp>
        <p:nvSpPr>
          <p:cNvPr id="53" name="Section 5.11 titre"/>
          <p:cNvSpPr txBox="1"/>
          <p:nvPr/>
        </p:nvSpPr>
        <p:spPr>
          <a:xfrm>
            <a:off x="8906256" y="458114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Touch ID et code</a:t>
            </a:r>
            <a:endParaRPr lang="en-US" sz="1500" dirty="0"/>
          </a:p>
        </p:txBody>
      </p:sp>
      <p:sp>
        <p:nvSpPr>
          <p:cNvPr id="54" name="Section 5.11 page"/>
          <p:cNvSpPr txBox="1"/>
          <p:nvPr/>
        </p:nvSpPr>
        <p:spPr>
          <a:xfrm>
            <a:off x="11000232" y="458114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5-13</a:t>
            </a:r>
            <a:endParaRPr lang="en-US" sz="1100" dirty="0"/>
          </a:p>
        </p:txBody>
      </p:sp>
      <p:sp>
        <p:nvSpPr>
          <p:cNvPr id="55" name="Section 5.11 sous-sections"/>
          <p:cNvSpPr txBox="1"/>
          <p:nvPr/>
        </p:nvSpPr>
        <p:spPr>
          <a:xfrm>
            <a:off x="8906256" y="4873752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Utiliser une empreinte digitale …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6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6 icône" descr="Édition de tex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Édition de texte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6-1 à 6-10</a:t>
            </a:r>
            <a:endParaRPr lang="en-US" sz="1300" dirty="0"/>
          </a:p>
        </p:txBody>
      </p:sp>
      <p:sp>
        <p:nvSpPr>
          <p:cNvPr id="7" name="Section 6.1"/>
          <p:cNvSpPr/>
          <p:nvPr/>
        </p:nvSpPr>
        <p:spPr>
          <a:xfrm>
            <a:off x="4297680" y="54864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6.1 numéro"/>
          <p:cNvSpPr txBox="1"/>
          <p:nvPr/>
        </p:nvSpPr>
        <p:spPr>
          <a:xfrm>
            <a:off x="4480560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</a:t>
            </a:r>
            <a:endParaRPr lang="en-US" sz="1400" dirty="0"/>
          </a:p>
        </p:txBody>
      </p:sp>
      <p:sp>
        <p:nvSpPr>
          <p:cNvPr id="9" name="Section 6.1 titre"/>
          <p:cNvSpPr txBox="1"/>
          <p:nvPr/>
        </p:nvSpPr>
        <p:spPr>
          <a:xfrm>
            <a:off x="5074920" y="104698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6.1 page"/>
          <p:cNvSpPr txBox="1"/>
          <p:nvPr/>
        </p:nvSpPr>
        <p:spPr>
          <a:xfrm>
            <a:off x="11000232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6-1</a:t>
            </a:r>
            <a:endParaRPr lang="en-US" sz="1100" dirty="0"/>
          </a:p>
        </p:txBody>
      </p:sp>
      <p:sp>
        <p:nvSpPr>
          <p:cNvPr id="11" name="Section 6.2"/>
          <p:cNvSpPr/>
          <p:nvPr/>
        </p:nvSpPr>
        <p:spPr>
          <a:xfrm>
            <a:off x="4297680" y="201168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2" name="Section 6.2 numéro"/>
          <p:cNvSpPr txBox="1"/>
          <p:nvPr/>
        </p:nvSpPr>
        <p:spPr>
          <a:xfrm>
            <a:off x="4480560" y="22905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</a:t>
            </a:r>
            <a:endParaRPr lang="en-US" sz="1400" dirty="0"/>
          </a:p>
        </p:txBody>
      </p:sp>
      <p:sp>
        <p:nvSpPr>
          <p:cNvPr id="13" name="Section 6.2 titre"/>
          <p:cNvSpPr txBox="1"/>
          <p:nvPr/>
        </p:nvSpPr>
        <p:spPr>
          <a:xfrm>
            <a:off x="5074920" y="229057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Clavier</a:t>
            </a:r>
            <a:endParaRPr lang="en-US" sz="1500" dirty="0"/>
          </a:p>
        </p:txBody>
      </p:sp>
      <p:sp>
        <p:nvSpPr>
          <p:cNvPr id="14" name="Section 6.2 page"/>
          <p:cNvSpPr txBox="1"/>
          <p:nvPr/>
        </p:nvSpPr>
        <p:spPr>
          <a:xfrm>
            <a:off x="11000232" y="22905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6-2</a:t>
            </a:r>
            <a:endParaRPr lang="en-US" sz="1100" dirty="0"/>
          </a:p>
        </p:txBody>
      </p:sp>
      <p:sp>
        <p:nvSpPr>
          <p:cNvPr id="15" name="Section 6.2 sous-sections"/>
          <p:cNvSpPr txBox="1"/>
          <p:nvPr/>
        </p:nvSpPr>
        <p:spPr>
          <a:xfrm>
            <a:off x="5074920" y="2583180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Accéder au clavier · Touches du clavier et leurs particularités · Majuscules et minuscules · Accents · Chiffres, signes de ponctuation et symboles · Masquer le clavier · Dicter</a:t>
            </a:r>
            <a:endParaRPr lang="en-US" sz="1100" dirty="0"/>
          </a:p>
        </p:txBody>
      </p:sp>
      <p:sp>
        <p:nvSpPr>
          <p:cNvPr id="16" name="Section 6.3"/>
          <p:cNvSpPr/>
          <p:nvPr/>
        </p:nvSpPr>
        <p:spPr>
          <a:xfrm>
            <a:off x="4297680" y="347472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7" name="Section 6.3 numéro"/>
          <p:cNvSpPr txBox="1"/>
          <p:nvPr/>
        </p:nvSpPr>
        <p:spPr>
          <a:xfrm>
            <a:off x="4480560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1400" dirty="0"/>
          </a:p>
        </p:txBody>
      </p:sp>
      <p:sp>
        <p:nvSpPr>
          <p:cNvPr id="18" name="Section 6.3 titre"/>
          <p:cNvSpPr txBox="1"/>
          <p:nvPr/>
        </p:nvSpPr>
        <p:spPr>
          <a:xfrm>
            <a:off x="5074920" y="3657600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Outils d’aide à la rédaction</a:t>
            </a:r>
            <a:endParaRPr lang="en-US" sz="1500" dirty="0"/>
          </a:p>
        </p:txBody>
      </p:sp>
      <p:sp>
        <p:nvSpPr>
          <p:cNvPr id="19" name="Section 6.3 page"/>
          <p:cNvSpPr txBox="1"/>
          <p:nvPr/>
        </p:nvSpPr>
        <p:spPr>
          <a:xfrm>
            <a:off x="11000232" y="3657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6-6</a:t>
            </a:r>
            <a:endParaRPr lang="en-US" sz="1100" dirty="0"/>
          </a:p>
        </p:txBody>
      </p:sp>
      <p:sp>
        <p:nvSpPr>
          <p:cNvPr id="20" name="Section 6.3 sous-sections"/>
          <p:cNvSpPr txBox="1"/>
          <p:nvPr/>
        </p:nvSpPr>
        <p:spPr>
          <a:xfrm>
            <a:off x="5074920" y="3950208"/>
            <a:ext cx="64739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Nouvelle page · Prédictions · Correcteur d’orthographe · Correction automatique · Positionnement du point d’insertion · Modification et mise en forme de texte · Déplacer du texte via glisser et déposer · Suppression de texte</a:t>
            </a:r>
            <a:endParaRPr lang="en-US" sz="1100" dirty="0"/>
          </a:p>
        </p:txBody>
      </p:sp>
      <p:sp>
        <p:nvSpPr>
          <p:cNvPr id="21" name="Section 6.4"/>
          <p:cNvSpPr/>
          <p:nvPr/>
        </p:nvSpPr>
        <p:spPr>
          <a:xfrm>
            <a:off x="4297680" y="4937760"/>
            <a:ext cx="7434072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2" name="Section 6.4 numéro"/>
          <p:cNvSpPr txBox="1"/>
          <p:nvPr/>
        </p:nvSpPr>
        <p:spPr>
          <a:xfrm>
            <a:off x="4480560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</a:t>
            </a:r>
            <a:endParaRPr lang="en-US" sz="1400" dirty="0"/>
          </a:p>
        </p:txBody>
      </p:sp>
      <p:sp>
        <p:nvSpPr>
          <p:cNvPr id="23" name="Section 6.4 titre"/>
          <p:cNvSpPr txBox="1"/>
          <p:nvPr/>
        </p:nvSpPr>
        <p:spPr>
          <a:xfrm>
            <a:off x="5074920" y="543610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Impression de documents</a:t>
            </a:r>
            <a:endParaRPr lang="en-US" sz="1500" dirty="0"/>
          </a:p>
        </p:txBody>
      </p:sp>
      <p:sp>
        <p:nvSpPr>
          <p:cNvPr id="24" name="Section 6.4 page"/>
          <p:cNvSpPr txBox="1"/>
          <p:nvPr/>
        </p:nvSpPr>
        <p:spPr>
          <a:xfrm>
            <a:off x="11000232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6-10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7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7 icône" descr="Conta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Contacts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7-1 à 7-4</a:t>
            </a:r>
            <a:endParaRPr lang="en-US" sz="1300" dirty="0"/>
          </a:p>
        </p:txBody>
      </p:sp>
      <p:sp>
        <p:nvSpPr>
          <p:cNvPr id="7" name="Section 7.1"/>
          <p:cNvSpPr/>
          <p:nvPr/>
        </p:nvSpPr>
        <p:spPr>
          <a:xfrm>
            <a:off x="4297680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7.1 numéro"/>
          <p:cNvSpPr txBox="1"/>
          <p:nvPr/>
        </p:nvSpPr>
        <p:spPr>
          <a:xfrm>
            <a:off x="4480560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</a:t>
            </a:r>
            <a:endParaRPr lang="en-US" sz="1400" dirty="0"/>
          </a:p>
        </p:txBody>
      </p:sp>
      <p:sp>
        <p:nvSpPr>
          <p:cNvPr id="9" name="Section 7.1 titre"/>
          <p:cNvSpPr txBox="1"/>
          <p:nvPr/>
        </p:nvSpPr>
        <p:spPr>
          <a:xfrm>
            <a:off x="5074920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7.1 page"/>
          <p:cNvSpPr txBox="1"/>
          <p:nvPr/>
        </p:nvSpPr>
        <p:spPr>
          <a:xfrm>
            <a:off x="7168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7-1</a:t>
            </a:r>
            <a:endParaRPr lang="en-US" sz="1100" dirty="0"/>
          </a:p>
        </p:txBody>
      </p:sp>
      <p:sp>
        <p:nvSpPr>
          <p:cNvPr id="11" name="Section 7.2"/>
          <p:cNvSpPr/>
          <p:nvPr/>
        </p:nvSpPr>
        <p:spPr>
          <a:xfrm>
            <a:off x="4297680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2" name="Section 7.2 numéro"/>
          <p:cNvSpPr txBox="1"/>
          <p:nvPr/>
        </p:nvSpPr>
        <p:spPr>
          <a:xfrm>
            <a:off x="4480560" y="22905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</a:t>
            </a:r>
            <a:endParaRPr lang="en-US" sz="1400" dirty="0"/>
          </a:p>
        </p:txBody>
      </p:sp>
      <p:sp>
        <p:nvSpPr>
          <p:cNvPr id="13" name="Section 7.2 titre"/>
          <p:cNvSpPr txBox="1"/>
          <p:nvPr/>
        </p:nvSpPr>
        <p:spPr>
          <a:xfrm>
            <a:off x="5074920" y="229057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 à Contacts</a:t>
            </a:r>
            <a:endParaRPr lang="en-US" sz="1500" dirty="0"/>
          </a:p>
        </p:txBody>
      </p:sp>
      <p:sp>
        <p:nvSpPr>
          <p:cNvPr id="14" name="Section 7.2 page"/>
          <p:cNvSpPr txBox="1"/>
          <p:nvPr/>
        </p:nvSpPr>
        <p:spPr>
          <a:xfrm>
            <a:off x="7168896" y="22905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7-1</a:t>
            </a:r>
            <a:endParaRPr lang="en-US" sz="1100" dirty="0"/>
          </a:p>
        </p:txBody>
      </p:sp>
      <p:sp>
        <p:nvSpPr>
          <p:cNvPr id="15" name="Section 7.2 sous-sections"/>
          <p:cNvSpPr txBox="1"/>
          <p:nvPr/>
        </p:nvSpPr>
        <p:spPr>
          <a:xfrm>
            <a:off x="5074920" y="2583180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Sur une tablette iPad · Sur un iPhone</a:t>
            </a:r>
            <a:endParaRPr lang="en-US" sz="1100" dirty="0"/>
          </a:p>
        </p:txBody>
      </p:sp>
      <p:sp>
        <p:nvSpPr>
          <p:cNvPr id="16" name="Section 7.3"/>
          <p:cNvSpPr/>
          <p:nvPr/>
        </p:nvSpPr>
        <p:spPr>
          <a:xfrm>
            <a:off x="4297680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7" name="Section 7.3 numéro"/>
          <p:cNvSpPr txBox="1"/>
          <p:nvPr/>
        </p:nvSpPr>
        <p:spPr>
          <a:xfrm>
            <a:off x="4480560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</a:t>
            </a:r>
            <a:endParaRPr lang="en-US" sz="1400" dirty="0"/>
          </a:p>
        </p:txBody>
      </p:sp>
      <p:sp>
        <p:nvSpPr>
          <p:cNvPr id="18" name="Section 7.3 titre"/>
          <p:cNvSpPr txBox="1"/>
          <p:nvPr/>
        </p:nvSpPr>
        <p:spPr>
          <a:xfrm>
            <a:off x="5074920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Ajouter un contact</a:t>
            </a:r>
            <a:endParaRPr lang="en-US" sz="1500" dirty="0"/>
          </a:p>
        </p:txBody>
      </p:sp>
      <p:sp>
        <p:nvSpPr>
          <p:cNvPr id="19" name="Section 7.3 page"/>
          <p:cNvSpPr txBox="1"/>
          <p:nvPr/>
        </p:nvSpPr>
        <p:spPr>
          <a:xfrm>
            <a:off x="7168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7-2</a:t>
            </a:r>
            <a:endParaRPr lang="en-US" sz="1100" dirty="0"/>
          </a:p>
        </p:txBody>
      </p:sp>
      <p:sp>
        <p:nvSpPr>
          <p:cNvPr id="20" name="Section 7.4"/>
          <p:cNvSpPr/>
          <p:nvPr/>
        </p:nvSpPr>
        <p:spPr>
          <a:xfrm>
            <a:off x="4297680" y="493776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1" name="Section 7.4 numéro"/>
          <p:cNvSpPr txBox="1"/>
          <p:nvPr/>
        </p:nvSpPr>
        <p:spPr>
          <a:xfrm>
            <a:off x="4480560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</a:t>
            </a:r>
            <a:endParaRPr lang="en-US" sz="1400" dirty="0"/>
          </a:p>
        </p:txBody>
      </p:sp>
      <p:sp>
        <p:nvSpPr>
          <p:cNvPr id="22" name="Section 7.4 titre"/>
          <p:cNvSpPr txBox="1"/>
          <p:nvPr/>
        </p:nvSpPr>
        <p:spPr>
          <a:xfrm>
            <a:off x="5074920" y="543610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Rechercher un contact</a:t>
            </a:r>
            <a:endParaRPr lang="en-US" sz="1500" dirty="0"/>
          </a:p>
        </p:txBody>
      </p:sp>
      <p:sp>
        <p:nvSpPr>
          <p:cNvPr id="23" name="Section 7.4 page"/>
          <p:cNvSpPr txBox="1"/>
          <p:nvPr/>
        </p:nvSpPr>
        <p:spPr>
          <a:xfrm>
            <a:off x="7168896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7-3</a:t>
            </a:r>
            <a:endParaRPr lang="en-US" sz="1100" dirty="0"/>
          </a:p>
        </p:txBody>
      </p:sp>
      <p:sp>
        <p:nvSpPr>
          <p:cNvPr id="24" name="Section 7.5"/>
          <p:cNvSpPr/>
          <p:nvPr/>
        </p:nvSpPr>
        <p:spPr>
          <a:xfrm>
            <a:off x="8129016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5" name="Section 7.5 numéro"/>
          <p:cNvSpPr txBox="1"/>
          <p:nvPr/>
        </p:nvSpPr>
        <p:spPr>
          <a:xfrm>
            <a:off x="8311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</a:t>
            </a:r>
            <a:endParaRPr lang="en-US" sz="1400" dirty="0"/>
          </a:p>
        </p:txBody>
      </p:sp>
      <p:sp>
        <p:nvSpPr>
          <p:cNvPr id="26" name="Section 7.5 titre"/>
          <p:cNvSpPr txBox="1"/>
          <p:nvPr/>
        </p:nvSpPr>
        <p:spPr>
          <a:xfrm>
            <a:off x="8906256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Modifier un contact</a:t>
            </a:r>
            <a:endParaRPr lang="en-US" sz="1500" dirty="0"/>
          </a:p>
        </p:txBody>
      </p:sp>
      <p:sp>
        <p:nvSpPr>
          <p:cNvPr id="27" name="Section 7.5 page"/>
          <p:cNvSpPr txBox="1"/>
          <p:nvPr/>
        </p:nvSpPr>
        <p:spPr>
          <a:xfrm>
            <a:off x="11000232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7-3</a:t>
            </a:r>
            <a:endParaRPr lang="en-US" sz="1100" dirty="0"/>
          </a:p>
        </p:txBody>
      </p:sp>
      <p:sp>
        <p:nvSpPr>
          <p:cNvPr id="28" name="Section 7.6"/>
          <p:cNvSpPr/>
          <p:nvPr/>
        </p:nvSpPr>
        <p:spPr>
          <a:xfrm>
            <a:off x="8129016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9" name="Section 7.6 numéro"/>
          <p:cNvSpPr txBox="1"/>
          <p:nvPr/>
        </p:nvSpPr>
        <p:spPr>
          <a:xfrm>
            <a:off x="8311896" y="22722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endParaRPr lang="en-US" sz="1400" dirty="0"/>
          </a:p>
        </p:txBody>
      </p:sp>
      <p:sp>
        <p:nvSpPr>
          <p:cNvPr id="30" name="Section 7.6 titre"/>
          <p:cNvSpPr txBox="1"/>
          <p:nvPr/>
        </p:nvSpPr>
        <p:spPr>
          <a:xfrm>
            <a:off x="8906256" y="2272284"/>
            <a:ext cx="20482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Envoyer un courriel à partir d’un contact ou d’un groupe de contacts</a:t>
            </a:r>
            <a:endParaRPr lang="en-US" sz="1500" dirty="0"/>
          </a:p>
        </p:txBody>
      </p:sp>
      <p:sp>
        <p:nvSpPr>
          <p:cNvPr id="31" name="Section 7.6 page"/>
          <p:cNvSpPr txBox="1"/>
          <p:nvPr/>
        </p:nvSpPr>
        <p:spPr>
          <a:xfrm>
            <a:off x="11000232" y="22722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7-4</a:t>
            </a:r>
            <a:endParaRPr lang="en-US" sz="1100" dirty="0"/>
          </a:p>
        </p:txBody>
      </p:sp>
      <p:sp>
        <p:nvSpPr>
          <p:cNvPr id="32" name="Section 7.7"/>
          <p:cNvSpPr/>
          <p:nvPr/>
        </p:nvSpPr>
        <p:spPr>
          <a:xfrm>
            <a:off x="8129016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3" name="Section 7.7 numéro"/>
          <p:cNvSpPr txBox="1"/>
          <p:nvPr/>
        </p:nvSpPr>
        <p:spPr>
          <a:xfrm>
            <a:off x="8311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</a:t>
            </a:r>
            <a:endParaRPr lang="en-US" sz="1400" dirty="0"/>
          </a:p>
        </p:txBody>
      </p:sp>
      <p:sp>
        <p:nvSpPr>
          <p:cNvPr id="34" name="Section 7.7 titre"/>
          <p:cNvSpPr txBox="1"/>
          <p:nvPr/>
        </p:nvSpPr>
        <p:spPr>
          <a:xfrm>
            <a:off x="8906256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Supprimer un contact</a:t>
            </a:r>
            <a:endParaRPr lang="en-US" sz="1500" dirty="0"/>
          </a:p>
        </p:txBody>
      </p:sp>
      <p:sp>
        <p:nvSpPr>
          <p:cNvPr id="35" name="Section 7.7 page"/>
          <p:cNvSpPr txBox="1"/>
          <p:nvPr/>
        </p:nvSpPr>
        <p:spPr>
          <a:xfrm>
            <a:off x="11000232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7-4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8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8 icône" descr="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Mail (courrier électronique)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8-1 à 8-9</a:t>
            </a:r>
            <a:endParaRPr lang="en-US" sz="1300" dirty="0"/>
          </a:p>
        </p:txBody>
      </p:sp>
      <p:sp>
        <p:nvSpPr>
          <p:cNvPr id="7" name="Section 8.1"/>
          <p:cNvSpPr/>
          <p:nvPr/>
        </p:nvSpPr>
        <p:spPr>
          <a:xfrm>
            <a:off x="4297680" y="548640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8.1 numéro"/>
          <p:cNvSpPr txBox="1"/>
          <p:nvPr/>
        </p:nvSpPr>
        <p:spPr>
          <a:xfrm>
            <a:off x="4480560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</a:t>
            </a:r>
            <a:endParaRPr lang="en-US" sz="1400" dirty="0"/>
          </a:p>
        </p:txBody>
      </p:sp>
      <p:sp>
        <p:nvSpPr>
          <p:cNvPr id="9" name="Section 8.1 titre"/>
          <p:cNvSpPr txBox="1"/>
          <p:nvPr/>
        </p:nvSpPr>
        <p:spPr>
          <a:xfrm>
            <a:off x="5074920" y="9006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8.1 page"/>
          <p:cNvSpPr txBox="1"/>
          <p:nvPr/>
        </p:nvSpPr>
        <p:spPr>
          <a:xfrm>
            <a:off x="11000232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8-1</a:t>
            </a:r>
            <a:endParaRPr lang="en-US" sz="1100" dirty="0"/>
          </a:p>
        </p:txBody>
      </p:sp>
      <p:sp>
        <p:nvSpPr>
          <p:cNvPr id="11" name="Section 8.2"/>
          <p:cNvSpPr/>
          <p:nvPr/>
        </p:nvSpPr>
        <p:spPr>
          <a:xfrm>
            <a:off x="4297680" y="1719072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2" name="Section 8.2 numéro"/>
          <p:cNvSpPr txBox="1"/>
          <p:nvPr/>
        </p:nvSpPr>
        <p:spPr>
          <a:xfrm>
            <a:off x="4480560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</a:t>
            </a:r>
            <a:endParaRPr lang="en-US" sz="1400" dirty="0"/>
          </a:p>
        </p:txBody>
      </p:sp>
      <p:sp>
        <p:nvSpPr>
          <p:cNvPr id="13" name="Section 8.2 titre"/>
          <p:cNvSpPr txBox="1"/>
          <p:nvPr/>
        </p:nvSpPr>
        <p:spPr>
          <a:xfrm>
            <a:off x="5074920" y="194767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 au courrier électronique</a:t>
            </a:r>
            <a:endParaRPr lang="en-US" sz="1500" dirty="0"/>
          </a:p>
        </p:txBody>
      </p:sp>
      <p:sp>
        <p:nvSpPr>
          <p:cNvPr id="14" name="Section 8.2 page"/>
          <p:cNvSpPr txBox="1"/>
          <p:nvPr/>
        </p:nvSpPr>
        <p:spPr>
          <a:xfrm>
            <a:off x="11000232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8-3</a:t>
            </a:r>
            <a:endParaRPr lang="en-US" sz="1100" dirty="0"/>
          </a:p>
        </p:txBody>
      </p:sp>
      <p:sp>
        <p:nvSpPr>
          <p:cNvPr id="15" name="Section 8.2 sous-sections"/>
          <p:cNvSpPr txBox="1"/>
          <p:nvPr/>
        </p:nvSpPr>
        <p:spPr>
          <a:xfrm>
            <a:off x="5074920" y="2240280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Sur un iPad · Sur un iPhone</a:t>
            </a:r>
            <a:endParaRPr lang="en-US" sz="1100" dirty="0"/>
          </a:p>
        </p:txBody>
      </p:sp>
      <p:sp>
        <p:nvSpPr>
          <p:cNvPr id="16" name="Section 8.3"/>
          <p:cNvSpPr/>
          <p:nvPr/>
        </p:nvSpPr>
        <p:spPr>
          <a:xfrm>
            <a:off x="4297680" y="2889504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7" name="Section 8.3 numéro"/>
          <p:cNvSpPr txBox="1"/>
          <p:nvPr/>
        </p:nvSpPr>
        <p:spPr>
          <a:xfrm>
            <a:off x="4480560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</a:t>
            </a:r>
            <a:endParaRPr lang="en-US" sz="1400" dirty="0"/>
          </a:p>
        </p:txBody>
      </p:sp>
      <p:sp>
        <p:nvSpPr>
          <p:cNvPr id="18" name="Section 8.3 titre"/>
          <p:cNvSpPr txBox="1"/>
          <p:nvPr/>
        </p:nvSpPr>
        <p:spPr>
          <a:xfrm>
            <a:off x="5074920" y="302209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Fonctionnalités du courrier</a:t>
            </a:r>
            <a:endParaRPr lang="en-US" sz="1500" dirty="0"/>
          </a:p>
        </p:txBody>
      </p:sp>
      <p:sp>
        <p:nvSpPr>
          <p:cNvPr id="19" name="Section 8.3 page"/>
          <p:cNvSpPr txBox="1"/>
          <p:nvPr/>
        </p:nvSpPr>
        <p:spPr>
          <a:xfrm>
            <a:off x="11000232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8-3</a:t>
            </a:r>
            <a:endParaRPr lang="en-US" sz="1100" dirty="0"/>
          </a:p>
        </p:txBody>
      </p:sp>
      <p:sp>
        <p:nvSpPr>
          <p:cNvPr id="20" name="Section 8.3 sous-sections"/>
          <p:cNvSpPr txBox="1"/>
          <p:nvPr/>
        </p:nvSpPr>
        <p:spPr>
          <a:xfrm>
            <a:off x="5074920" y="3314700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Outils · Rédiger un message · Envoyer un courriel · Lire un message · Marquer un message · Répondre à un message · Transférer un message · Supprimer un message …</a:t>
            </a:r>
            <a:endParaRPr lang="en-US" sz="1100" dirty="0"/>
          </a:p>
        </p:txBody>
      </p:sp>
      <p:sp>
        <p:nvSpPr>
          <p:cNvPr id="21" name="Section 8.4"/>
          <p:cNvSpPr/>
          <p:nvPr/>
        </p:nvSpPr>
        <p:spPr>
          <a:xfrm>
            <a:off x="4297680" y="4059936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2" name="Section 8.4 numéro"/>
          <p:cNvSpPr txBox="1"/>
          <p:nvPr/>
        </p:nvSpPr>
        <p:spPr>
          <a:xfrm>
            <a:off x="4480560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</a:t>
            </a:r>
            <a:endParaRPr lang="en-US" sz="1400" dirty="0"/>
          </a:p>
        </p:txBody>
      </p:sp>
      <p:sp>
        <p:nvSpPr>
          <p:cNvPr id="23" name="Section 8.4 titre"/>
          <p:cNvSpPr txBox="1"/>
          <p:nvPr/>
        </p:nvSpPr>
        <p:spPr>
          <a:xfrm>
            <a:off x="5074920" y="419252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Pièces jointes aux messages courriel</a:t>
            </a:r>
            <a:endParaRPr lang="en-US" sz="1500" dirty="0"/>
          </a:p>
        </p:txBody>
      </p:sp>
      <p:sp>
        <p:nvSpPr>
          <p:cNvPr id="24" name="Section 8.4 page"/>
          <p:cNvSpPr txBox="1"/>
          <p:nvPr/>
        </p:nvSpPr>
        <p:spPr>
          <a:xfrm>
            <a:off x="11000232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8-6</a:t>
            </a:r>
            <a:endParaRPr lang="en-US" sz="1100" dirty="0"/>
          </a:p>
        </p:txBody>
      </p:sp>
      <p:sp>
        <p:nvSpPr>
          <p:cNvPr id="25" name="Section 8.4 sous-sections"/>
          <p:cNvSpPr txBox="1"/>
          <p:nvPr/>
        </p:nvSpPr>
        <p:spPr>
          <a:xfrm>
            <a:off x="5074920" y="4485132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Lire une pièce jointe · Enregistrer une pièce jointe · Insérer une pièce jointe (photo ou vidéo)</a:t>
            </a:r>
            <a:endParaRPr lang="en-US" sz="1100" dirty="0"/>
          </a:p>
        </p:txBody>
      </p:sp>
      <p:sp>
        <p:nvSpPr>
          <p:cNvPr id="26" name="Section 8.5"/>
          <p:cNvSpPr/>
          <p:nvPr/>
        </p:nvSpPr>
        <p:spPr>
          <a:xfrm>
            <a:off x="4297680" y="5230368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7" name="Section 8.5 numéro"/>
          <p:cNvSpPr txBox="1"/>
          <p:nvPr/>
        </p:nvSpPr>
        <p:spPr>
          <a:xfrm>
            <a:off x="4480560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1400" dirty="0"/>
          </a:p>
        </p:txBody>
      </p:sp>
      <p:sp>
        <p:nvSpPr>
          <p:cNvPr id="28" name="Section 8.5 titre"/>
          <p:cNvSpPr txBox="1"/>
          <p:nvPr/>
        </p:nvSpPr>
        <p:spPr>
          <a:xfrm>
            <a:off x="5074920" y="54589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Dossiers dans Mail</a:t>
            </a:r>
            <a:endParaRPr lang="en-US" sz="1500" dirty="0"/>
          </a:p>
        </p:txBody>
      </p:sp>
      <p:sp>
        <p:nvSpPr>
          <p:cNvPr id="29" name="Section 8.5 page"/>
          <p:cNvSpPr txBox="1"/>
          <p:nvPr/>
        </p:nvSpPr>
        <p:spPr>
          <a:xfrm>
            <a:off x="11000232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8-7</a:t>
            </a:r>
            <a:endParaRPr lang="en-US" sz="1100" dirty="0"/>
          </a:p>
        </p:txBody>
      </p:sp>
      <p:sp>
        <p:nvSpPr>
          <p:cNvPr id="30" name="Section 8.5 sous-sections"/>
          <p:cNvSpPr txBox="1"/>
          <p:nvPr/>
        </p:nvSpPr>
        <p:spPr>
          <a:xfrm>
            <a:off x="5074920" y="5751576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Créer un dossier · Supprimer un dossier (ou une boîte de courriel) · Classer un message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9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9 icône" descr="Calendr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Calendrier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9-1 à 9-3</a:t>
            </a:r>
            <a:endParaRPr lang="en-US" sz="1300" dirty="0"/>
          </a:p>
        </p:txBody>
      </p:sp>
      <p:sp>
        <p:nvSpPr>
          <p:cNvPr id="7" name="Section 9.1"/>
          <p:cNvSpPr/>
          <p:nvPr/>
        </p:nvSpPr>
        <p:spPr>
          <a:xfrm>
            <a:off x="4297680" y="192024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9.1 numéro"/>
          <p:cNvSpPr txBox="1"/>
          <p:nvPr/>
        </p:nvSpPr>
        <p:spPr>
          <a:xfrm>
            <a:off x="4480560" y="24643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</a:t>
            </a:r>
            <a:endParaRPr lang="en-US" sz="1400" dirty="0"/>
          </a:p>
        </p:txBody>
      </p:sp>
      <p:sp>
        <p:nvSpPr>
          <p:cNvPr id="9" name="Section 9.1 titre"/>
          <p:cNvSpPr txBox="1"/>
          <p:nvPr/>
        </p:nvSpPr>
        <p:spPr>
          <a:xfrm>
            <a:off x="5074920" y="246430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 et accès</a:t>
            </a:r>
            <a:endParaRPr lang="en-US" sz="1500" dirty="0"/>
          </a:p>
        </p:txBody>
      </p:sp>
      <p:sp>
        <p:nvSpPr>
          <p:cNvPr id="10" name="Section 9.1 page"/>
          <p:cNvSpPr txBox="1"/>
          <p:nvPr/>
        </p:nvSpPr>
        <p:spPr>
          <a:xfrm>
            <a:off x="11000232" y="24643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9-1</a:t>
            </a:r>
            <a:endParaRPr lang="en-US" sz="1100" dirty="0"/>
          </a:p>
        </p:txBody>
      </p:sp>
      <p:sp>
        <p:nvSpPr>
          <p:cNvPr id="11" name="Section 9.2"/>
          <p:cNvSpPr/>
          <p:nvPr/>
        </p:nvSpPr>
        <p:spPr>
          <a:xfrm>
            <a:off x="4297680" y="347472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9.2 numéro"/>
          <p:cNvSpPr txBox="1"/>
          <p:nvPr/>
        </p:nvSpPr>
        <p:spPr>
          <a:xfrm>
            <a:off x="4480560" y="37993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</a:t>
            </a:r>
            <a:endParaRPr lang="en-US" sz="1400" dirty="0"/>
          </a:p>
        </p:txBody>
      </p:sp>
      <p:sp>
        <p:nvSpPr>
          <p:cNvPr id="13" name="Section 9.2 titre"/>
          <p:cNvSpPr txBox="1"/>
          <p:nvPr/>
        </p:nvSpPr>
        <p:spPr>
          <a:xfrm>
            <a:off x="5074920" y="379933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Utilisation</a:t>
            </a:r>
            <a:endParaRPr lang="en-US" sz="1500" dirty="0"/>
          </a:p>
        </p:txBody>
      </p:sp>
      <p:sp>
        <p:nvSpPr>
          <p:cNvPr id="14" name="Section 9.2 page"/>
          <p:cNvSpPr txBox="1"/>
          <p:nvPr/>
        </p:nvSpPr>
        <p:spPr>
          <a:xfrm>
            <a:off x="11000232" y="37993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9-1</a:t>
            </a:r>
            <a:endParaRPr lang="en-US" sz="1100" dirty="0"/>
          </a:p>
        </p:txBody>
      </p:sp>
      <p:sp>
        <p:nvSpPr>
          <p:cNvPr id="15" name="Section 9.2 sous-sections"/>
          <p:cNvSpPr txBox="1"/>
          <p:nvPr/>
        </p:nvSpPr>
        <p:spPr>
          <a:xfrm>
            <a:off x="5074920" y="4091940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Affichage et navigation · Recherche · Calendriers · Ajouter un événement · Supprimer un événement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0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0 icône" descr="Safa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Safari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10-1 à 10-7</a:t>
            </a:r>
            <a:endParaRPr lang="en-US" sz="1300" dirty="0"/>
          </a:p>
        </p:txBody>
      </p:sp>
      <p:sp>
        <p:nvSpPr>
          <p:cNvPr id="7" name="Section 10.1"/>
          <p:cNvSpPr/>
          <p:nvPr/>
        </p:nvSpPr>
        <p:spPr>
          <a:xfrm>
            <a:off x="4297680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10.1 numéro"/>
          <p:cNvSpPr txBox="1"/>
          <p:nvPr/>
        </p:nvSpPr>
        <p:spPr>
          <a:xfrm>
            <a:off x="4480560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</a:t>
            </a:r>
            <a:endParaRPr lang="en-US" sz="1400" dirty="0"/>
          </a:p>
        </p:txBody>
      </p:sp>
      <p:sp>
        <p:nvSpPr>
          <p:cNvPr id="9" name="Section 10.1 titre"/>
          <p:cNvSpPr txBox="1"/>
          <p:nvPr/>
        </p:nvSpPr>
        <p:spPr>
          <a:xfrm>
            <a:off x="5074920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10.1 page"/>
          <p:cNvSpPr txBox="1"/>
          <p:nvPr/>
        </p:nvSpPr>
        <p:spPr>
          <a:xfrm>
            <a:off x="7168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10-1</a:t>
            </a:r>
            <a:endParaRPr lang="en-US" sz="1100" dirty="0"/>
          </a:p>
        </p:txBody>
      </p:sp>
      <p:sp>
        <p:nvSpPr>
          <p:cNvPr id="11" name="Section 10.2"/>
          <p:cNvSpPr/>
          <p:nvPr/>
        </p:nvSpPr>
        <p:spPr>
          <a:xfrm>
            <a:off x="4297680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2" name="Section 10.2 numéro"/>
          <p:cNvSpPr txBox="1"/>
          <p:nvPr/>
        </p:nvSpPr>
        <p:spPr>
          <a:xfrm>
            <a:off x="4480560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</a:t>
            </a:r>
            <a:endParaRPr lang="en-US" sz="1400" dirty="0"/>
          </a:p>
        </p:txBody>
      </p:sp>
      <p:sp>
        <p:nvSpPr>
          <p:cNvPr id="13" name="Section 10.2 titre"/>
          <p:cNvSpPr txBox="1"/>
          <p:nvPr/>
        </p:nvSpPr>
        <p:spPr>
          <a:xfrm>
            <a:off x="5074920" y="2510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 et contrôles</a:t>
            </a:r>
            <a:endParaRPr lang="en-US" sz="1500" dirty="0"/>
          </a:p>
        </p:txBody>
      </p:sp>
      <p:sp>
        <p:nvSpPr>
          <p:cNvPr id="14" name="Section 10.2 page"/>
          <p:cNvSpPr txBox="1"/>
          <p:nvPr/>
        </p:nvSpPr>
        <p:spPr>
          <a:xfrm>
            <a:off x="7168896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10-2</a:t>
            </a:r>
            <a:endParaRPr lang="en-US" sz="1100" dirty="0"/>
          </a:p>
        </p:txBody>
      </p:sp>
      <p:sp>
        <p:nvSpPr>
          <p:cNvPr id="15" name="Section 10.3"/>
          <p:cNvSpPr/>
          <p:nvPr/>
        </p:nvSpPr>
        <p:spPr>
          <a:xfrm>
            <a:off x="4297680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6" name="Section 10.3 numéro"/>
          <p:cNvSpPr txBox="1"/>
          <p:nvPr/>
        </p:nvSpPr>
        <p:spPr>
          <a:xfrm>
            <a:off x="4480560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</a:t>
            </a:r>
            <a:endParaRPr lang="en-US" sz="1400" dirty="0"/>
          </a:p>
        </p:txBody>
      </p:sp>
      <p:sp>
        <p:nvSpPr>
          <p:cNvPr id="17" name="Section 10.3 titre"/>
          <p:cNvSpPr txBox="1"/>
          <p:nvPr/>
        </p:nvSpPr>
        <p:spPr>
          <a:xfrm>
            <a:off x="5074920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 Lecture</a:t>
            </a:r>
            <a:endParaRPr lang="en-US" sz="1500" dirty="0"/>
          </a:p>
        </p:txBody>
      </p:sp>
      <p:sp>
        <p:nvSpPr>
          <p:cNvPr id="18" name="Section 10.3 page"/>
          <p:cNvSpPr txBox="1"/>
          <p:nvPr/>
        </p:nvSpPr>
        <p:spPr>
          <a:xfrm>
            <a:off x="7168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10-3</a:t>
            </a:r>
            <a:endParaRPr lang="en-US" sz="1100" dirty="0"/>
          </a:p>
        </p:txBody>
      </p:sp>
      <p:sp>
        <p:nvSpPr>
          <p:cNvPr id="19" name="Section 10.4"/>
          <p:cNvSpPr/>
          <p:nvPr/>
        </p:nvSpPr>
        <p:spPr>
          <a:xfrm>
            <a:off x="4297680" y="493776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0" name="Section 10.4 numéro"/>
          <p:cNvSpPr txBox="1"/>
          <p:nvPr/>
        </p:nvSpPr>
        <p:spPr>
          <a:xfrm>
            <a:off x="4480560" y="51206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</a:t>
            </a:r>
            <a:endParaRPr lang="en-US" sz="1400" dirty="0"/>
          </a:p>
        </p:txBody>
      </p:sp>
      <p:sp>
        <p:nvSpPr>
          <p:cNvPr id="21" name="Section 10.4 titre"/>
          <p:cNvSpPr txBox="1"/>
          <p:nvPr/>
        </p:nvSpPr>
        <p:spPr>
          <a:xfrm>
            <a:off x="5074920" y="512064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Liste de lecture</a:t>
            </a:r>
            <a:endParaRPr lang="en-US" sz="1500" dirty="0"/>
          </a:p>
        </p:txBody>
      </p:sp>
      <p:sp>
        <p:nvSpPr>
          <p:cNvPr id="22" name="Section 10.4 page"/>
          <p:cNvSpPr txBox="1"/>
          <p:nvPr/>
        </p:nvSpPr>
        <p:spPr>
          <a:xfrm>
            <a:off x="7168896" y="51206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10-4</a:t>
            </a:r>
            <a:endParaRPr lang="en-US" sz="1100" dirty="0"/>
          </a:p>
        </p:txBody>
      </p:sp>
      <p:sp>
        <p:nvSpPr>
          <p:cNvPr id="23" name="Section 10.4 sous-sections"/>
          <p:cNvSpPr txBox="1"/>
          <p:nvPr/>
        </p:nvSpPr>
        <p:spPr>
          <a:xfrm>
            <a:off x="5074920" y="5413248"/>
            <a:ext cx="2642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Ajouter la page actuelle à la liste de lecture · Accéder et afficher votre liste de lecture …</a:t>
            </a:r>
            <a:endParaRPr lang="en-US" sz="1100" dirty="0"/>
          </a:p>
        </p:txBody>
      </p:sp>
      <p:sp>
        <p:nvSpPr>
          <p:cNvPr id="24" name="Section 10.5"/>
          <p:cNvSpPr/>
          <p:nvPr/>
        </p:nvSpPr>
        <p:spPr>
          <a:xfrm>
            <a:off x="8129016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5" name="Section 10.5 numéro"/>
          <p:cNvSpPr txBox="1"/>
          <p:nvPr/>
        </p:nvSpPr>
        <p:spPr>
          <a:xfrm>
            <a:off x="8311896" y="8275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</a:t>
            </a:r>
            <a:endParaRPr lang="en-US" sz="1400" dirty="0"/>
          </a:p>
        </p:txBody>
      </p:sp>
      <p:sp>
        <p:nvSpPr>
          <p:cNvPr id="26" name="Section 10.5 titre"/>
          <p:cNvSpPr txBox="1"/>
          <p:nvPr/>
        </p:nvSpPr>
        <p:spPr>
          <a:xfrm>
            <a:off x="8906256" y="82753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Signets et dossiers</a:t>
            </a:r>
            <a:endParaRPr lang="en-US" sz="1500" dirty="0"/>
          </a:p>
        </p:txBody>
      </p:sp>
      <p:sp>
        <p:nvSpPr>
          <p:cNvPr id="27" name="Section 10.5 page"/>
          <p:cNvSpPr txBox="1"/>
          <p:nvPr/>
        </p:nvSpPr>
        <p:spPr>
          <a:xfrm>
            <a:off x="11000232" y="82753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10-4</a:t>
            </a:r>
            <a:endParaRPr lang="en-US" sz="1100" dirty="0"/>
          </a:p>
        </p:txBody>
      </p:sp>
      <p:sp>
        <p:nvSpPr>
          <p:cNvPr id="28" name="Section 10.5 sous-sections"/>
          <p:cNvSpPr txBox="1"/>
          <p:nvPr/>
        </p:nvSpPr>
        <p:spPr>
          <a:xfrm>
            <a:off x="8906256" y="1120140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Accès · Créer des dossiers · Ajouter un signet · Afficher les favoris …</a:t>
            </a:r>
            <a:endParaRPr lang="en-US" sz="1100" dirty="0"/>
          </a:p>
        </p:txBody>
      </p:sp>
      <p:sp>
        <p:nvSpPr>
          <p:cNvPr id="29" name="Section 10.6"/>
          <p:cNvSpPr/>
          <p:nvPr/>
        </p:nvSpPr>
        <p:spPr>
          <a:xfrm>
            <a:off x="8129016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0" name="Section 10.6 numéro"/>
          <p:cNvSpPr txBox="1"/>
          <p:nvPr/>
        </p:nvSpPr>
        <p:spPr>
          <a:xfrm>
            <a:off x="8311896" y="2391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10.6</a:t>
            </a:r>
            <a:endParaRPr lang="en-US" sz="1400" dirty="0"/>
          </a:p>
        </p:txBody>
      </p:sp>
      <p:sp>
        <p:nvSpPr>
          <p:cNvPr id="31" name="Section 10.6 titre"/>
          <p:cNvSpPr txBox="1"/>
          <p:nvPr/>
        </p:nvSpPr>
        <p:spPr>
          <a:xfrm>
            <a:off x="8906256" y="239115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Supprimer l’historique de navigation</a:t>
            </a:r>
            <a:endParaRPr lang="en-US" sz="1500" dirty="0"/>
          </a:p>
        </p:txBody>
      </p:sp>
      <p:sp>
        <p:nvSpPr>
          <p:cNvPr id="32" name="Section 10.6 page"/>
          <p:cNvSpPr txBox="1"/>
          <p:nvPr/>
        </p:nvSpPr>
        <p:spPr>
          <a:xfrm>
            <a:off x="11000232" y="2391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10-6</a:t>
            </a:r>
            <a:endParaRPr lang="en-US" sz="1100" dirty="0"/>
          </a:p>
        </p:txBody>
      </p:sp>
      <p:sp>
        <p:nvSpPr>
          <p:cNvPr id="33" name="Section 10.7"/>
          <p:cNvSpPr/>
          <p:nvPr/>
        </p:nvSpPr>
        <p:spPr>
          <a:xfrm>
            <a:off x="8129016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4" name="Section 10.7 numéro"/>
          <p:cNvSpPr txBox="1"/>
          <p:nvPr/>
        </p:nvSpPr>
        <p:spPr>
          <a:xfrm>
            <a:off x="8311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</a:t>
            </a:r>
            <a:endParaRPr lang="en-US" sz="1400" dirty="0"/>
          </a:p>
        </p:txBody>
      </p:sp>
      <p:sp>
        <p:nvSpPr>
          <p:cNvPr id="35" name="Section 10.7 titre"/>
          <p:cNvSpPr txBox="1"/>
          <p:nvPr/>
        </p:nvSpPr>
        <p:spPr>
          <a:xfrm>
            <a:off x="8906256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Mode Navigation privée</a:t>
            </a:r>
            <a:endParaRPr lang="en-US" sz="1500" dirty="0"/>
          </a:p>
        </p:txBody>
      </p:sp>
      <p:sp>
        <p:nvSpPr>
          <p:cNvPr id="36" name="Section 10.7 page"/>
          <p:cNvSpPr txBox="1"/>
          <p:nvPr/>
        </p:nvSpPr>
        <p:spPr>
          <a:xfrm>
            <a:off x="11000232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10-6</a:t>
            </a:r>
            <a:endParaRPr lang="en-US" sz="1100" dirty="0"/>
          </a:p>
        </p:txBody>
      </p:sp>
      <p:sp>
        <p:nvSpPr>
          <p:cNvPr id="37" name="Section 10.8"/>
          <p:cNvSpPr/>
          <p:nvPr/>
        </p:nvSpPr>
        <p:spPr>
          <a:xfrm>
            <a:off x="8129016" y="493776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8" name="Section 10.8 numéro"/>
          <p:cNvSpPr txBox="1"/>
          <p:nvPr/>
        </p:nvSpPr>
        <p:spPr>
          <a:xfrm>
            <a:off x="8311896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10.8</a:t>
            </a:r>
            <a:endParaRPr lang="en-US" sz="1400" dirty="0"/>
          </a:p>
        </p:txBody>
      </p:sp>
      <p:sp>
        <p:nvSpPr>
          <p:cNvPr id="39" name="Section 10.8 titre"/>
          <p:cNvSpPr txBox="1"/>
          <p:nvPr/>
        </p:nvSpPr>
        <p:spPr>
          <a:xfrm>
            <a:off x="8906256" y="543610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Petits trucs</a:t>
            </a:r>
            <a:endParaRPr lang="en-US" sz="1500" dirty="0"/>
          </a:p>
        </p:txBody>
      </p:sp>
      <p:sp>
        <p:nvSpPr>
          <p:cNvPr id="40" name="Section 10.8 page"/>
          <p:cNvSpPr txBox="1"/>
          <p:nvPr/>
        </p:nvSpPr>
        <p:spPr>
          <a:xfrm>
            <a:off x="11000232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10-7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1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1 icône" descr="Sir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Siri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11-1 à 11-2</a:t>
            </a:r>
            <a:endParaRPr lang="en-US" sz="1300" dirty="0"/>
          </a:p>
        </p:txBody>
      </p:sp>
      <p:sp>
        <p:nvSpPr>
          <p:cNvPr id="7" name="Section 11.1"/>
          <p:cNvSpPr/>
          <p:nvPr/>
        </p:nvSpPr>
        <p:spPr>
          <a:xfrm>
            <a:off x="4297680" y="114300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11.1 numéro"/>
          <p:cNvSpPr txBox="1"/>
          <p:nvPr/>
        </p:nvSpPr>
        <p:spPr>
          <a:xfrm>
            <a:off x="4480560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11.1</a:t>
            </a:r>
            <a:endParaRPr lang="en-US" sz="1400" dirty="0"/>
          </a:p>
        </p:txBody>
      </p:sp>
      <p:sp>
        <p:nvSpPr>
          <p:cNvPr id="9" name="Section 11.1 titre"/>
          <p:cNvSpPr txBox="1"/>
          <p:nvPr/>
        </p:nvSpPr>
        <p:spPr>
          <a:xfrm>
            <a:off x="5074920" y="16870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Qu’est-ce que Siri</a:t>
            </a:r>
            <a:endParaRPr lang="en-US" sz="1500" dirty="0"/>
          </a:p>
        </p:txBody>
      </p:sp>
      <p:sp>
        <p:nvSpPr>
          <p:cNvPr id="10" name="Section 11.1 page"/>
          <p:cNvSpPr txBox="1"/>
          <p:nvPr/>
        </p:nvSpPr>
        <p:spPr>
          <a:xfrm>
            <a:off x="11000232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11-1</a:t>
            </a:r>
            <a:endParaRPr lang="en-US" sz="1100" dirty="0"/>
          </a:p>
        </p:txBody>
      </p:sp>
      <p:sp>
        <p:nvSpPr>
          <p:cNvPr id="11" name="Section 11.2"/>
          <p:cNvSpPr/>
          <p:nvPr/>
        </p:nvSpPr>
        <p:spPr>
          <a:xfrm>
            <a:off x="4297680" y="269748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11.2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11.2</a:t>
            </a:r>
            <a:endParaRPr lang="en-US" sz="1400" dirty="0"/>
          </a:p>
        </p:txBody>
      </p:sp>
      <p:sp>
        <p:nvSpPr>
          <p:cNvPr id="13" name="Section 11.2 titre"/>
          <p:cNvSpPr txBox="1"/>
          <p:nvPr/>
        </p:nvSpPr>
        <p:spPr>
          <a:xfrm>
            <a:off x="5074920" y="324154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Pourquoi utiliser Siri ?</a:t>
            </a:r>
            <a:endParaRPr lang="en-US" sz="1500" dirty="0"/>
          </a:p>
        </p:txBody>
      </p:sp>
      <p:sp>
        <p:nvSpPr>
          <p:cNvPr id="14" name="Section 11.2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11-1</a:t>
            </a:r>
            <a:endParaRPr lang="en-US" sz="1100" dirty="0"/>
          </a:p>
        </p:txBody>
      </p:sp>
      <p:sp>
        <p:nvSpPr>
          <p:cNvPr id="15" name="Section 11.3"/>
          <p:cNvSpPr/>
          <p:nvPr/>
        </p:nvSpPr>
        <p:spPr>
          <a:xfrm>
            <a:off x="4297680" y="425196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Section 11.3 numéro"/>
          <p:cNvSpPr txBox="1"/>
          <p:nvPr/>
        </p:nvSpPr>
        <p:spPr>
          <a:xfrm>
            <a:off x="4480560" y="4672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11.3</a:t>
            </a:r>
            <a:endParaRPr lang="en-US" sz="1400" dirty="0"/>
          </a:p>
        </p:txBody>
      </p:sp>
      <p:sp>
        <p:nvSpPr>
          <p:cNvPr id="17" name="Section 11.3 titre"/>
          <p:cNvSpPr txBox="1"/>
          <p:nvPr/>
        </p:nvSpPr>
        <p:spPr>
          <a:xfrm>
            <a:off x="5074920" y="46725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Comment utiliser Siri ?</a:t>
            </a:r>
            <a:endParaRPr lang="en-US" sz="1500" dirty="0"/>
          </a:p>
        </p:txBody>
      </p:sp>
      <p:sp>
        <p:nvSpPr>
          <p:cNvPr id="18" name="Section 11.3 page"/>
          <p:cNvSpPr txBox="1"/>
          <p:nvPr/>
        </p:nvSpPr>
        <p:spPr>
          <a:xfrm>
            <a:off x="11000232" y="46725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11-1</a:t>
            </a:r>
            <a:endParaRPr lang="en-US" sz="1100" dirty="0"/>
          </a:p>
        </p:txBody>
      </p:sp>
      <p:sp>
        <p:nvSpPr>
          <p:cNvPr id="19" name="Section 11.3 sous-sections"/>
          <p:cNvSpPr txBox="1"/>
          <p:nvPr/>
        </p:nvSpPr>
        <p:spPr>
          <a:xfrm>
            <a:off x="5074920" y="4965192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Activation · Accès et mode d’emploi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2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2 icône" descr="Sto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Stockage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12-1 à 12-1</a:t>
            </a:r>
            <a:endParaRPr lang="en-US" sz="1300" dirty="0"/>
          </a:p>
        </p:txBody>
      </p:sp>
      <p:sp>
        <p:nvSpPr>
          <p:cNvPr id="7" name="Section 12.1"/>
          <p:cNvSpPr/>
          <p:nvPr/>
        </p:nvSpPr>
        <p:spPr>
          <a:xfrm>
            <a:off x="4297680" y="192024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12.1 numéro"/>
          <p:cNvSpPr txBox="1"/>
          <p:nvPr/>
        </p:nvSpPr>
        <p:spPr>
          <a:xfrm>
            <a:off x="4480560" y="23408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</a:t>
            </a:r>
            <a:endParaRPr lang="en-US" sz="1400" dirty="0"/>
          </a:p>
        </p:txBody>
      </p:sp>
      <p:sp>
        <p:nvSpPr>
          <p:cNvPr id="9" name="Section 12.1 titre"/>
          <p:cNvSpPr txBox="1"/>
          <p:nvPr/>
        </p:nvSpPr>
        <p:spPr>
          <a:xfrm>
            <a:off x="5074920" y="234086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iCloud</a:t>
            </a:r>
            <a:endParaRPr lang="en-US" sz="1500" dirty="0"/>
          </a:p>
        </p:txBody>
      </p:sp>
      <p:sp>
        <p:nvSpPr>
          <p:cNvPr id="10" name="Section 12.1 page"/>
          <p:cNvSpPr txBox="1"/>
          <p:nvPr/>
        </p:nvSpPr>
        <p:spPr>
          <a:xfrm>
            <a:off x="11000232" y="23408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12-1</a:t>
            </a:r>
            <a:endParaRPr lang="en-US" sz="1100" dirty="0"/>
          </a:p>
        </p:txBody>
      </p:sp>
      <p:sp>
        <p:nvSpPr>
          <p:cNvPr id="11" name="Section 12.1 sous-sections"/>
          <p:cNvSpPr txBox="1"/>
          <p:nvPr/>
        </p:nvSpPr>
        <p:spPr>
          <a:xfrm>
            <a:off x="5074920" y="2633472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Réglages · Sauvegarde · Stockage · Partage · Localiser</a:t>
            </a:r>
            <a:endParaRPr lang="en-US" sz="1100" dirty="0"/>
          </a:p>
        </p:txBody>
      </p:sp>
      <p:sp>
        <p:nvSpPr>
          <p:cNvPr id="12" name="Section 12.2"/>
          <p:cNvSpPr/>
          <p:nvPr/>
        </p:nvSpPr>
        <p:spPr>
          <a:xfrm>
            <a:off x="4297680" y="347472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3" name="Section 12.2 numéro"/>
          <p:cNvSpPr txBox="1"/>
          <p:nvPr/>
        </p:nvSpPr>
        <p:spPr>
          <a:xfrm>
            <a:off x="4480560" y="40187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12.2</a:t>
            </a:r>
            <a:endParaRPr lang="en-US" sz="1400" dirty="0"/>
          </a:p>
        </p:txBody>
      </p:sp>
      <p:sp>
        <p:nvSpPr>
          <p:cNvPr id="14" name="Section 12.2 titre"/>
          <p:cNvSpPr txBox="1"/>
          <p:nvPr/>
        </p:nvSpPr>
        <p:spPr>
          <a:xfrm>
            <a:off x="5074920" y="401878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Autres fournisseurs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3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3 icône" descr="Appareil pho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Appareil photo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13-1 à 13-4</a:t>
            </a:r>
            <a:endParaRPr lang="en-US" sz="1300" dirty="0"/>
          </a:p>
        </p:txBody>
      </p:sp>
      <p:sp>
        <p:nvSpPr>
          <p:cNvPr id="7" name="Section 13.1"/>
          <p:cNvSpPr/>
          <p:nvPr/>
        </p:nvSpPr>
        <p:spPr>
          <a:xfrm>
            <a:off x="4297680" y="548640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13.1 numéro"/>
          <p:cNvSpPr txBox="1"/>
          <p:nvPr/>
        </p:nvSpPr>
        <p:spPr>
          <a:xfrm>
            <a:off x="4480560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13.1</a:t>
            </a:r>
            <a:endParaRPr lang="en-US" sz="1400" dirty="0"/>
          </a:p>
        </p:txBody>
      </p:sp>
      <p:sp>
        <p:nvSpPr>
          <p:cNvPr id="9" name="Section 13.1 titre"/>
          <p:cNvSpPr txBox="1"/>
          <p:nvPr/>
        </p:nvSpPr>
        <p:spPr>
          <a:xfrm>
            <a:off x="5074920" y="9006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13.1 page"/>
          <p:cNvSpPr txBox="1"/>
          <p:nvPr/>
        </p:nvSpPr>
        <p:spPr>
          <a:xfrm>
            <a:off x="11000232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13-1</a:t>
            </a:r>
            <a:endParaRPr lang="en-US" sz="1100" dirty="0"/>
          </a:p>
        </p:txBody>
      </p:sp>
      <p:sp>
        <p:nvSpPr>
          <p:cNvPr id="11" name="Section 13.2"/>
          <p:cNvSpPr/>
          <p:nvPr/>
        </p:nvSpPr>
        <p:spPr>
          <a:xfrm>
            <a:off x="4297680" y="1719072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2" name="Section 13.2 numéro"/>
          <p:cNvSpPr txBox="1"/>
          <p:nvPr/>
        </p:nvSpPr>
        <p:spPr>
          <a:xfrm>
            <a:off x="4480560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13.2</a:t>
            </a:r>
            <a:endParaRPr lang="en-US" sz="1400" dirty="0"/>
          </a:p>
        </p:txBody>
      </p:sp>
      <p:sp>
        <p:nvSpPr>
          <p:cNvPr id="13" name="Section 13.2 titre"/>
          <p:cNvSpPr txBox="1"/>
          <p:nvPr/>
        </p:nvSpPr>
        <p:spPr>
          <a:xfrm>
            <a:off x="5074920" y="2071116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</a:t>
            </a:r>
            <a:endParaRPr lang="en-US" sz="1500" dirty="0"/>
          </a:p>
        </p:txBody>
      </p:sp>
      <p:sp>
        <p:nvSpPr>
          <p:cNvPr id="14" name="Section 13.2 page"/>
          <p:cNvSpPr txBox="1"/>
          <p:nvPr/>
        </p:nvSpPr>
        <p:spPr>
          <a:xfrm>
            <a:off x="11000232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13-1</a:t>
            </a:r>
            <a:endParaRPr lang="en-US" sz="1100" dirty="0"/>
          </a:p>
        </p:txBody>
      </p:sp>
      <p:sp>
        <p:nvSpPr>
          <p:cNvPr id="15" name="Section 13.3"/>
          <p:cNvSpPr/>
          <p:nvPr/>
        </p:nvSpPr>
        <p:spPr>
          <a:xfrm>
            <a:off x="4297680" y="2889504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6" name="Section 13.3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13.3</a:t>
            </a:r>
            <a:endParaRPr lang="en-US" sz="1400" dirty="0"/>
          </a:p>
        </p:txBody>
      </p:sp>
      <p:sp>
        <p:nvSpPr>
          <p:cNvPr id="17" name="Section 13.3 titre"/>
          <p:cNvSpPr txBox="1"/>
          <p:nvPr/>
        </p:nvSpPr>
        <p:spPr>
          <a:xfrm>
            <a:off x="5074920" y="324154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Outils</a:t>
            </a:r>
            <a:endParaRPr lang="en-US" sz="1500" dirty="0"/>
          </a:p>
        </p:txBody>
      </p:sp>
      <p:sp>
        <p:nvSpPr>
          <p:cNvPr id="18" name="Section 13.3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13-2</a:t>
            </a:r>
            <a:endParaRPr lang="en-US" sz="1100" dirty="0"/>
          </a:p>
        </p:txBody>
      </p:sp>
      <p:sp>
        <p:nvSpPr>
          <p:cNvPr id="19" name="Section 13.4"/>
          <p:cNvSpPr/>
          <p:nvPr/>
        </p:nvSpPr>
        <p:spPr>
          <a:xfrm>
            <a:off x="4297680" y="4059936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0" name="Section 13.4 numéro"/>
          <p:cNvSpPr txBox="1"/>
          <p:nvPr/>
        </p:nvSpPr>
        <p:spPr>
          <a:xfrm>
            <a:off x="4480560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13.4</a:t>
            </a:r>
            <a:endParaRPr lang="en-US" sz="1400" dirty="0"/>
          </a:p>
        </p:txBody>
      </p:sp>
      <p:sp>
        <p:nvSpPr>
          <p:cNvPr id="21" name="Section 13.4 titre"/>
          <p:cNvSpPr txBox="1"/>
          <p:nvPr/>
        </p:nvSpPr>
        <p:spPr>
          <a:xfrm>
            <a:off x="5074920" y="4411980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Prise de photos</a:t>
            </a:r>
            <a:endParaRPr lang="en-US" sz="1500" dirty="0"/>
          </a:p>
        </p:txBody>
      </p:sp>
      <p:sp>
        <p:nvSpPr>
          <p:cNvPr id="22" name="Section 13.4 page"/>
          <p:cNvSpPr txBox="1"/>
          <p:nvPr/>
        </p:nvSpPr>
        <p:spPr>
          <a:xfrm>
            <a:off x="11000232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13-3</a:t>
            </a:r>
            <a:endParaRPr lang="en-US" sz="1100" dirty="0"/>
          </a:p>
        </p:txBody>
      </p:sp>
      <p:sp>
        <p:nvSpPr>
          <p:cNvPr id="23" name="Section 13.5"/>
          <p:cNvSpPr/>
          <p:nvPr/>
        </p:nvSpPr>
        <p:spPr>
          <a:xfrm>
            <a:off x="4297680" y="5230368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4" name="Section 13.5 numéro"/>
          <p:cNvSpPr txBox="1"/>
          <p:nvPr/>
        </p:nvSpPr>
        <p:spPr>
          <a:xfrm>
            <a:off x="4480560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13.5</a:t>
            </a:r>
            <a:endParaRPr lang="en-US" sz="1400" dirty="0"/>
          </a:p>
        </p:txBody>
      </p:sp>
      <p:sp>
        <p:nvSpPr>
          <p:cNvPr id="25" name="Section 13.5 titre"/>
          <p:cNvSpPr txBox="1"/>
          <p:nvPr/>
        </p:nvSpPr>
        <p:spPr>
          <a:xfrm>
            <a:off x="5074920" y="558241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Prise de vidéos</a:t>
            </a:r>
            <a:endParaRPr lang="en-US" sz="1500" dirty="0"/>
          </a:p>
        </p:txBody>
      </p:sp>
      <p:sp>
        <p:nvSpPr>
          <p:cNvPr id="26" name="Section 13.5 page"/>
          <p:cNvSpPr txBox="1"/>
          <p:nvPr/>
        </p:nvSpPr>
        <p:spPr>
          <a:xfrm>
            <a:off x="11000232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13-4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4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4 icône" descr="Pho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Photos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14-1 à 14-12</a:t>
            </a:r>
            <a:endParaRPr lang="en-US" sz="1300" dirty="0"/>
          </a:p>
        </p:txBody>
      </p:sp>
      <p:sp>
        <p:nvSpPr>
          <p:cNvPr id="7" name="Section 14.1"/>
          <p:cNvSpPr/>
          <p:nvPr/>
        </p:nvSpPr>
        <p:spPr>
          <a:xfrm>
            <a:off x="4297680" y="548640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14.1 numéro"/>
          <p:cNvSpPr txBox="1"/>
          <p:nvPr/>
        </p:nvSpPr>
        <p:spPr>
          <a:xfrm>
            <a:off x="4480560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14.1</a:t>
            </a:r>
            <a:endParaRPr lang="en-US" sz="1400" dirty="0"/>
          </a:p>
        </p:txBody>
      </p:sp>
      <p:sp>
        <p:nvSpPr>
          <p:cNvPr id="9" name="Section 14.1 titre"/>
          <p:cNvSpPr txBox="1"/>
          <p:nvPr/>
        </p:nvSpPr>
        <p:spPr>
          <a:xfrm>
            <a:off x="5074920" y="90068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14.1 page"/>
          <p:cNvSpPr txBox="1"/>
          <p:nvPr/>
        </p:nvSpPr>
        <p:spPr>
          <a:xfrm>
            <a:off x="7168896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14-1</a:t>
            </a:r>
            <a:endParaRPr lang="en-US" sz="1100" dirty="0"/>
          </a:p>
        </p:txBody>
      </p:sp>
      <p:sp>
        <p:nvSpPr>
          <p:cNvPr id="11" name="Section 14.2"/>
          <p:cNvSpPr/>
          <p:nvPr/>
        </p:nvSpPr>
        <p:spPr>
          <a:xfrm>
            <a:off x="4297680" y="1719072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2" name="Section 14.2 numéro"/>
          <p:cNvSpPr txBox="1"/>
          <p:nvPr/>
        </p:nvSpPr>
        <p:spPr>
          <a:xfrm>
            <a:off x="4480560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14.2</a:t>
            </a:r>
            <a:endParaRPr lang="en-US" sz="1400" dirty="0"/>
          </a:p>
        </p:txBody>
      </p:sp>
      <p:sp>
        <p:nvSpPr>
          <p:cNvPr id="13" name="Section 14.2 titre"/>
          <p:cNvSpPr txBox="1"/>
          <p:nvPr/>
        </p:nvSpPr>
        <p:spPr>
          <a:xfrm>
            <a:off x="5074920" y="2071116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</a:t>
            </a:r>
            <a:endParaRPr lang="en-US" sz="1500" dirty="0"/>
          </a:p>
        </p:txBody>
      </p:sp>
      <p:sp>
        <p:nvSpPr>
          <p:cNvPr id="14" name="Section 14.2 page"/>
          <p:cNvSpPr txBox="1"/>
          <p:nvPr/>
        </p:nvSpPr>
        <p:spPr>
          <a:xfrm>
            <a:off x="7168896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14-1</a:t>
            </a:r>
            <a:endParaRPr lang="en-US" sz="1100" dirty="0"/>
          </a:p>
        </p:txBody>
      </p:sp>
      <p:sp>
        <p:nvSpPr>
          <p:cNvPr id="15" name="Section 14.3"/>
          <p:cNvSpPr/>
          <p:nvPr/>
        </p:nvSpPr>
        <p:spPr>
          <a:xfrm>
            <a:off x="4297680" y="2889504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6" name="Section 14.3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14.3</a:t>
            </a:r>
            <a:endParaRPr lang="en-US" sz="1400" dirty="0"/>
          </a:p>
        </p:txBody>
      </p:sp>
      <p:sp>
        <p:nvSpPr>
          <p:cNvPr id="17" name="Section 14.3 titre"/>
          <p:cNvSpPr txBox="1"/>
          <p:nvPr/>
        </p:nvSpPr>
        <p:spPr>
          <a:xfrm>
            <a:off x="5074920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Affichage des photos</a:t>
            </a:r>
            <a:endParaRPr lang="en-US" sz="1500" dirty="0"/>
          </a:p>
        </p:txBody>
      </p:sp>
      <p:sp>
        <p:nvSpPr>
          <p:cNvPr id="18" name="Section 14.3 page"/>
          <p:cNvSpPr txBox="1"/>
          <p:nvPr/>
        </p:nvSpPr>
        <p:spPr>
          <a:xfrm>
            <a:off x="7168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14-2</a:t>
            </a:r>
            <a:endParaRPr lang="en-US" sz="1100" dirty="0"/>
          </a:p>
        </p:txBody>
      </p:sp>
      <p:sp>
        <p:nvSpPr>
          <p:cNvPr id="19" name="Section 14.4"/>
          <p:cNvSpPr/>
          <p:nvPr/>
        </p:nvSpPr>
        <p:spPr>
          <a:xfrm>
            <a:off x="4297680" y="4059936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0" name="Section 14.4 numéro"/>
          <p:cNvSpPr txBox="1"/>
          <p:nvPr/>
        </p:nvSpPr>
        <p:spPr>
          <a:xfrm>
            <a:off x="4480560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14.4</a:t>
            </a:r>
            <a:endParaRPr lang="en-US" sz="1400" dirty="0"/>
          </a:p>
        </p:txBody>
      </p:sp>
      <p:sp>
        <p:nvSpPr>
          <p:cNvPr id="21" name="Section 14.4 titre"/>
          <p:cNvSpPr txBox="1"/>
          <p:nvPr/>
        </p:nvSpPr>
        <p:spPr>
          <a:xfrm>
            <a:off x="5074920" y="4192524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Onglet Photos</a:t>
            </a:r>
            <a:endParaRPr lang="en-US" sz="1500" dirty="0"/>
          </a:p>
        </p:txBody>
      </p:sp>
      <p:sp>
        <p:nvSpPr>
          <p:cNvPr id="22" name="Section 14.4 page"/>
          <p:cNvSpPr txBox="1"/>
          <p:nvPr/>
        </p:nvSpPr>
        <p:spPr>
          <a:xfrm>
            <a:off x="7168896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14-2</a:t>
            </a:r>
            <a:endParaRPr lang="en-US" sz="1100" dirty="0"/>
          </a:p>
        </p:txBody>
      </p:sp>
      <p:sp>
        <p:nvSpPr>
          <p:cNvPr id="23" name="Section 14.4 sous-sections"/>
          <p:cNvSpPr txBox="1"/>
          <p:nvPr/>
        </p:nvSpPr>
        <p:spPr>
          <a:xfrm>
            <a:off x="5074920" y="4485132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Les options d’affichage des photos et vidéos …</a:t>
            </a:r>
            <a:endParaRPr lang="en-US" sz="1100" dirty="0"/>
          </a:p>
        </p:txBody>
      </p:sp>
      <p:sp>
        <p:nvSpPr>
          <p:cNvPr id="24" name="Section 14.5"/>
          <p:cNvSpPr/>
          <p:nvPr/>
        </p:nvSpPr>
        <p:spPr>
          <a:xfrm>
            <a:off x="4297680" y="5230368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5" name="Section 14.5 numéro"/>
          <p:cNvSpPr txBox="1"/>
          <p:nvPr/>
        </p:nvSpPr>
        <p:spPr>
          <a:xfrm>
            <a:off x="4480560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14.5</a:t>
            </a:r>
            <a:endParaRPr lang="en-US" sz="1400" dirty="0"/>
          </a:p>
        </p:txBody>
      </p:sp>
      <p:sp>
        <p:nvSpPr>
          <p:cNvPr id="26" name="Section 14.5 titre"/>
          <p:cNvSpPr txBox="1"/>
          <p:nvPr/>
        </p:nvSpPr>
        <p:spPr>
          <a:xfrm>
            <a:off x="5074920" y="54589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Onglet Pour vous</a:t>
            </a:r>
            <a:endParaRPr lang="en-US" sz="1500" dirty="0"/>
          </a:p>
        </p:txBody>
      </p:sp>
      <p:sp>
        <p:nvSpPr>
          <p:cNvPr id="27" name="Section 14.5 page"/>
          <p:cNvSpPr txBox="1"/>
          <p:nvPr/>
        </p:nvSpPr>
        <p:spPr>
          <a:xfrm>
            <a:off x="7168896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14-6</a:t>
            </a:r>
            <a:endParaRPr lang="en-US" sz="1100" dirty="0"/>
          </a:p>
        </p:txBody>
      </p:sp>
      <p:sp>
        <p:nvSpPr>
          <p:cNvPr id="28" name="Section 14.5 sous-sections"/>
          <p:cNvSpPr txBox="1"/>
          <p:nvPr/>
        </p:nvSpPr>
        <p:spPr>
          <a:xfrm>
            <a:off x="5074920" y="5751576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Collection Souvenirs …</a:t>
            </a:r>
            <a:endParaRPr lang="en-US" sz="1100" dirty="0"/>
          </a:p>
        </p:txBody>
      </p:sp>
      <p:sp>
        <p:nvSpPr>
          <p:cNvPr id="29" name="Section 14.6"/>
          <p:cNvSpPr/>
          <p:nvPr/>
        </p:nvSpPr>
        <p:spPr>
          <a:xfrm>
            <a:off x="8129016" y="548640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30" name="Section 14.6 numéro"/>
          <p:cNvSpPr txBox="1"/>
          <p:nvPr/>
        </p:nvSpPr>
        <p:spPr>
          <a:xfrm>
            <a:off x="8311896" y="7772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14.6</a:t>
            </a:r>
            <a:endParaRPr lang="en-US" sz="1400" dirty="0"/>
          </a:p>
        </p:txBody>
      </p:sp>
      <p:sp>
        <p:nvSpPr>
          <p:cNvPr id="31" name="Section 14.6 titre"/>
          <p:cNvSpPr txBox="1"/>
          <p:nvPr/>
        </p:nvSpPr>
        <p:spPr>
          <a:xfrm>
            <a:off x="8906256" y="77724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Onglet Albums</a:t>
            </a:r>
            <a:endParaRPr lang="en-US" sz="1500" dirty="0"/>
          </a:p>
        </p:txBody>
      </p:sp>
      <p:sp>
        <p:nvSpPr>
          <p:cNvPr id="32" name="Section 14.6 page"/>
          <p:cNvSpPr txBox="1"/>
          <p:nvPr/>
        </p:nvSpPr>
        <p:spPr>
          <a:xfrm>
            <a:off x="11000232" y="7772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14-8</a:t>
            </a:r>
            <a:endParaRPr lang="en-US" sz="1100" dirty="0"/>
          </a:p>
        </p:txBody>
      </p:sp>
      <p:sp>
        <p:nvSpPr>
          <p:cNvPr id="33" name="Section 14.6 sous-sections"/>
          <p:cNvSpPr txBox="1"/>
          <p:nvPr/>
        </p:nvSpPr>
        <p:spPr>
          <a:xfrm>
            <a:off x="8906256" y="1069848"/>
            <a:ext cx="264261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Gestion des albums</a:t>
            </a:r>
            <a:endParaRPr lang="en-US" sz="1100" dirty="0"/>
          </a:p>
        </p:txBody>
      </p:sp>
      <p:sp>
        <p:nvSpPr>
          <p:cNvPr id="34" name="Section 14.7"/>
          <p:cNvSpPr/>
          <p:nvPr/>
        </p:nvSpPr>
        <p:spPr>
          <a:xfrm>
            <a:off x="8129016" y="1719072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35" name="Section 14.7 numéro"/>
          <p:cNvSpPr txBox="1"/>
          <p:nvPr/>
        </p:nvSpPr>
        <p:spPr>
          <a:xfrm>
            <a:off x="8311896" y="1851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14.7</a:t>
            </a:r>
            <a:endParaRPr lang="en-US" sz="1400" dirty="0"/>
          </a:p>
        </p:txBody>
      </p:sp>
      <p:sp>
        <p:nvSpPr>
          <p:cNvPr id="36" name="Section 14.7 titre"/>
          <p:cNvSpPr txBox="1"/>
          <p:nvPr/>
        </p:nvSpPr>
        <p:spPr>
          <a:xfrm>
            <a:off x="8906256" y="185166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Onglet Rechercher</a:t>
            </a:r>
            <a:endParaRPr lang="en-US" sz="1500" dirty="0"/>
          </a:p>
        </p:txBody>
      </p:sp>
      <p:sp>
        <p:nvSpPr>
          <p:cNvPr id="37" name="Section 14.7 page"/>
          <p:cNvSpPr txBox="1"/>
          <p:nvPr/>
        </p:nvSpPr>
        <p:spPr>
          <a:xfrm>
            <a:off x="11000232" y="1851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14-11</a:t>
            </a:r>
            <a:endParaRPr lang="en-US" sz="1100" dirty="0"/>
          </a:p>
        </p:txBody>
      </p:sp>
      <p:sp>
        <p:nvSpPr>
          <p:cNvPr id="38" name="Section 14.7 sous-sections"/>
          <p:cNvSpPr txBox="1"/>
          <p:nvPr/>
        </p:nvSpPr>
        <p:spPr>
          <a:xfrm>
            <a:off x="8906256" y="2144268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Rechercher une personne · Rechercher un lieu</a:t>
            </a:r>
            <a:endParaRPr lang="en-US" sz="1100" dirty="0"/>
          </a:p>
        </p:txBody>
      </p:sp>
      <p:sp>
        <p:nvSpPr>
          <p:cNvPr id="39" name="Section 14.8"/>
          <p:cNvSpPr/>
          <p:nvPr/>
        </p:nvSpPr>
        <p:spPr>
          <a:xfrm>
            <a:off x="8129016" y="2889504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40" name="Section 14.8 numéro"/>
          <p:cNvSpPr txBox="1"/>
          <p:nvPr/>
        </p:nvSpPr>
        <p:spPr>
          <a:xfrm>
            <a:off x="8311896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14.8</a:t>
            </a:r>
            <a:endParaRPr lang="en-US" sz="1400" dirty="0"/>
          </a:p>
        </p:txBody>
      </p:sp>
      <p:sp>
        <p:nvSpPr>
          <p:cNvPr id="41" name="Section 14.8 titre"/>
          <p:cNvSpPr txBox="1"/>
          <p:nvPr/>
        </p:nvSpPr>
        <p:spPr>
          <a:xfrm>
            <a:off x="8906256" y="302209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Importer</a:t>
            </a:r>
            <a:endParaRPr lang="en-US" sz="1500" dirty="0"/>
          </a:p>
        </p:txBody>
      </p:sp>
      <p:sp>
        <p:nvSpPr>
          <p:cNvPr id="42" name="Section 14.8 page"/>
          <p:cNvSpPr txBox="1"/>
          <p:nvPr/>
        </p:nvSpPr>
        <p:spPr>
          <a:xfrm>
            <a:off x="11000232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14-12</a:t>
            </a:r>
            <a:endParaRPr lang="en-US" sz="1100" dirty="0"/>
          </a:p>
        </p:txBody>
      </p:sp>
      <p:sp>
        <p:nvSpPr>
          <p:cNvPr id="43" name="Section 14.8 sous-sections"/>
          <p:cNvSpPr txBox="1"/>
          <p:nvPr/>
        </p:nvSpPr>
        <p:spPr>
          <a:xfrm>
            <a:off x="8906256" y="3314700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D’une caméra numérique vers l’iPad · De l’iPad vers un ordinateur</a:t>
            </a:r>
            <a:endParaRPr lang="en-US" sz="1100" dirty="0"/>
          </a:p>
        </p:txBody>
      </p:sp>
      <p:sp>
        <p:nvSpPr>
          <p:cNvPr id="44" name="Section 14.9"/>
          <p:cNvSpPr/>
          <p:nvPr/>
        </p:nvSpPr>
        <p:spPr>
          <a:xfrm>
            <a:off x="8129016" y="4059936"/>
            <a:ext cx="3602736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45" name="Section 14.9 numéro"/>
          <p:cNvSpPr txBox="1"/>
          <p:nvPr/>
        </p:nvSpPr>
        <p:spPr>
          <a:xfrm>
            <a:off x="8311896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14.9</a:t>
            </a:r>
            <a:endParaRPr lang="en-US" sz="1400" dirty="0"/>
          </a:p>
        </p:txBody>
      </p:sp>
      <p:sp>
        <p:nvSpPr>
          <p:cNvPr id="46" name="Section 14.9 titre"/>
          <p:cNvSpPr txBox="1"/>
          <p:nvPr/>
        </p:nvSpPr>
        <p:spPr>
          <a:xfrm>
            <a:off x="8906256" y="441198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Quelques rappels</a:t>
            </a:r>
            <a:endParaRPr lang="en-US" sz="1500" dirty="0"/>
          </a:p>
        </p:txBody>
      </p:sp>
      <p:sp>
        <p:nvSpPr>
          <p:cNvPr id="47" name="Section 14.9 page"/>
          <p:cNvSpPr txBox="1"/>
          <p:nvPr/>
        </p:nvSpPr>
        <p:spPr>
          <a:xfrm>
            <a:off x="11000232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14-12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5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5 icône" descr="FaceTi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FaceTime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15-1 à 15-4</a:t>
            </a:r>
            <a:endParaRPr lang="en-US" sz="1300" dirty="0"/>
          </a:p>
        </p:txBody>
      </p:sp>
      <p:sp>
        <p:nvSpPr>
          <p:cNvPr id="7" name="Section 15.1"/>
          <p:cNvSpPr/>
          <p:nvPr/>
        </p:nvSpPr>
        <p:spPr>
          <a:xfrm>
            <a:off x="4297680" y="548640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15.1 numéro"/>
          <p:cNvSpPr txBox="1"/>
          <p:nvPr/>
        </p:nvSpPr>
        <p:spPr>
          <a:xfrm>
            <a:off x="4480560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15.1</a:t>
            </a:r>
            <a:endParaRPr lang="en-US" sz="1400" dirty="0"/>
          </a:p>
        </p:txBody>
      </p:sp>
      <p:sp>
        <p:nvSpPr>
          <p:cNvPr id="9" name="Section 15.1 titre"/>
          <p:cNvSpPr txBox="1"/>
          <p:nvPr/>
        </p:nvSpPr>
        <p:spPr>
          <a:xfrm>
            <a:off x="5074920" y="9006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 et accès</a:t>
            </a:r>
            <a:endParaRPr lang="en-US" sz="1500" dirty="0"/>
          </a:p>
        </p:txBody>
      </p:sp>
      <p:sp>
        <p:nvSpPr>
          <p:cNvPr id="10" name="Section 15.1 page"/>
          <p:cNvSpPr txBox="1"/>
          <p:nvPr/>
        </p:nvSpPr>
        <p:spPr>
          <a:xfrm>
            <a:off x="11000232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15-1</a:t>
            </a:r>
            <a:endParaRPr lang="en-US" sz="1100" dirty="0"/>
          </a:p>
        </p:txBody>
      </p:sp>
      <p:sp>
        <p:nvSpPr>
          <p:cNvPr id="11" name="Section 15.2"/>
          <p:cNvSpPr/>
          <p:nvPr/>
        </p:nvSpPr>
        <p:spPr>
          <a:xfrm>
            <a:off x="4297680" y="1719072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2" name="Section 15.2 numéro"/>
          <p:cNvSpPr txBox="1"/>
          <p:nvPr/>
        </p:nvSpPr>
        <p:spPr>
          <a:xfrm>
            <a:off x="4480560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15.2</a:t>
            </a:r>
            <a:endParaRPr lang="en-US" sz="1400" dirty="0"/>
          </a:p>
        </p:txBody>
      </p:sp>
      <p:sp>
        <p:nvSpPr>
          <p:cNvPr id="13" name="Section 15.2 titre"/>
          <p:cNvSpPr txBox="1"/>
          <p:nvPr/>
        </p:nvSpPr>
        <p:spPr>
          <a:xfrm>
            <a:off x="5074920" y="194767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Passer un appel vidéo</a:t>
            </a:r>
            <a:endParaRPr lang="en-US" sz="1500" dirty="0"/>
          </a:p>
        </p:txBody>
      </p:sp>
      <p:sp>
        <p:nvSpPr>
          <p:cNvPr id="14" name="Section 15.2 page"/>
          <p:cNvSpPr txBox="1"/>
          <p:nvPr/>
        </p:nvSpPr>
        <p:spPr>
          <a:xfrm>
            <a:off x="11000232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15-1</a:t>
            </a:r>
            <a:endParaRPr lang="en-US" sz="1100" dirty="0"/>
          </a:p>
        </p:txBody>
      </p:sp>
      <p:sp>
        <p:nvSpPr>
          <p:cNvPr id="15" name="Section 15.2 sous-sections"/>
          <p:cNvSpPr txBox="1"/>
          <p:nvPr/>
        </p:nvSpPr>
        <p:spPr>
          <a:xfrm>
            <a:off x="5074920" y="2240280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Choisir l’interlocuteur · Appeler l’interlocuteur · Contrôles</a:t>
            </a:r>
            <a:endParaRPr lang="en-US" sz="1100" dirty="0"/>
          </a:p>
        </p:txBody>
      </p:sp>
      <p:sp>
        <p:nvSpPr>
          <p:cNvPr id="16" name="Section 15.3"/>
          <p:cNvSpPr/>
          <p:nvPr/>
        </p:nvSpPr>
        <p:spPr>
          <a:xfrm>
            <a:off x="4297680" y="2889504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7" name="Section 15.3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15.3</a:t>
            </a:r>
            <a:endParaRPr lang="en-US" sz="1400" dirty="0"/>
          </a:p>
        </p:txBody>
      </p:sp>
      <p:sp>
        <p:nvSpPr>
          <p:cNvPr id="18" name="Section 15.3 titre"/>
          <p:cNvSpPr txBox="1"/>
          <p:nvPr/>
        </p:nvSpPr>
        <p:spPr>
          <a:xfrm>
            <a:off x="5074920" y="324154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Recevoir un appel vidéo</a:t>
            </a:r>
            <a:endParaRPr lang="en-US" sz="1500" dirty="0"/>
          </a:p>
        </p:txBody>
      </p:sp>
      <p:sp>
        <p:nvSpPr>
          <p:cNvPr id="19" name="Section 15.3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15-2</a:t>
            </a:r>
            <a:endParaRPr lang="en-US" sz="1100" dirty="0"/>
          </a:p>
        </p:txBody>
      </p:sp>
      <p:sp>
        <p:nvSpPr>
          <p:cNvPr id="20" name="Section 15.4"/>
          <p:cNvSpPr/>
          <p:nvPr/>
        </p:nvSpPr>
        <p:spPr>
          <a:xfrm>
            <a:off x="4297680" y="4059936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1" name="Section 15.4 numéro"/>
          <p:cNvSpPr txBox="1"/>
          <p:nvPr/>
        </p:nvSpPr>
        <p:spPr>
          <a:xfrm>
            <a:off x="4480560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15.4</a:t>
            </a:r>
            <a:endParaRPr lang="en-US" sz="1400" dirty="0"/>
          </a:p>
        </p:txBody>
      </p:sp>
      <p:sp>
        <p:nvSpPr>
          <p:cNvPr id="22" name="Section 15.4 titre"/>
          <p:cNvSpPr txBox="1"/>
          <p:nvPr/>
        </p:nvSpPr>
        <p:spPr>
          <a:xfrm>
            <a:off x="5074920" y="419252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Appels de groupe</a:t>
            </a:r>
            <a:endParaRPr lang="en-US" sz="1500" dirty="0"/>
          </a:p>
        </p:txBody>
      </p:sp>
      <p:sp>
        <p:nvSpPr>
          <p:cNvPr id="23" name="Section 15.4 page"/>
          <p:cNvSpPr txBox="1"/>
          <p:nvPr/>
        </p:nvSpPr>
        <p:spPr>
          <a:xfrm>
            <a:off x="11000232" y="419252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15-3</a:t>
            </a:r>
            <a:endParaRPr lang="en-US" sz="1100" dirty="0"/>
          </a:p>
        </p:txBody>
      </p:sp>
      <p:sp>
        <p:nvSpPr>
          <p:cNvPr id="24" name="Section 15.4 sous-sections"/>
          <p:cNvSpPr txBox="1"/>
          <p:nvPr/>
        </p:nvSpPr>
        <p:spPr>
          <a:xfrm>
            <a:off x="5074920" y="4485132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Passer un appel à plusieurs personnes · Ajouter une personne à un appel de groupe · Répondre à un appel et rejoindre le groupe · Mettre fin à un appel de groupe</a:t>
            </a:r>
            <a:endParaRPr lang="en-US" sz="1100" dirty="0"/>
          </a:p>
        </p:txBody>
      </p:sp>
      <p:sp>
        <p:nvSpPr>
          <p:cNvPr id="25" name="Section 15.5"/>
          <p:cNvSpPr/>
          <p:nvPr/>
        </p:nvSpPr>
        <p:spPr>
          <a:xfrm>
            <a:off x="4297680" y="5230368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6" name="Section 15.5 numéro"/>
          <p:cNvSpPr txBox="1"/>
          <p:nvPr/>
        </p:nvSpPr>
        <p:spPr>
          <a:xfrm>
            <a:off x="4480560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</a:t>
            </a:r>
            <a:endParaRPr lang="en-US" sz="1400" dirty="0"/>
          </a:p>
        </p:txBody>
      </p:sp>
      <p:sp>
        <p:nvSpPr>
          <p:cNvPr id="27" name="Section 15.5 titre"/>
          <p:cNvSpPr txBox="1"/>
          <p:nvPr/>
        </p:nvSpPr>
        <p:spPr>
          <a:xfrm>
            <a:off x="5074920" y="545896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Gérer l’historique</a:t>
            </a:r>
            <a:endParaRPr lang="en-US" sz="1500" dirty="0"/>
          </a:p>
        </p:txBody>
      </p:sp>
      <p:sp>
        <p:nvSpPr>
          <p:cNvPr id="28" name="Section 15.5 page"/>
          <p:cNvSpPr txBox="1"/>
          <p:nvPr/>
        </p:nvSpPr>
        <p:spPr>
          <a:xfrm>
            <a:off x="11000232" y="54589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15-4</a:t>
            </a:r>
            <a:endParaRPr lang="en-US" sz="1100" dirty="0"/>
          </a:p>
        </p:txBody>
      </p:sp>
      <p:sp>
        <p:nvSpPr>
          <p:cNvPr id="29" name="Section 15.5 sous-sections"/>
          <p:cNvSpPr txBox="1"/>
          <p:nvPr/>
        </p:nvSpPr>
        <p:spPr>
          <a:xfrm>
            <a:off x="5074920" y="5751576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Supprimer un appel · Supprimer plusieurs appels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6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6 icône" descr="Plans et itinér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Plans et itinéraires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16-1 à 16-5</a:t>
            </a:r>
            <a:endParaRPr lang="en-US" sz="1300" dirty="0"/>
          </a:p>
        </p:txBody>
      </p:sp>
      <p:sp>
        <p:nvSpPr>
          <p:cNvPr id="7" name="Section 16.1"/>
          <p:cNvSpPr/>
          <p:nvPr/>
        </p:nvSpPr>
        <p:spPr>
          <a:xfrm>
            <a:off x="4297680" y="548640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16.1 numéro"/>
          <p:cNvSpPr txBox="1"/>
          <p:nvPr/>
        </p:nvSpPr>
        <p:spPr>
          <a:xfrm>
            <a:off x="4480560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16.1</a:t>
            </a:r>
            <a:endParaRPr lang="en-US" sz="1400" dirty="0"/>
          </a:p>
        </p:txBody>
      </p:sp>
      <p:sp>
        <p:nvSpPr>
          <p:cNvPr id="9" name="Section 16.1 titre"/>
          <p:cNvSpPr txBox="1"/>
          <p:nvPr/>
        </p:nvSpPr>
        <p:spPr>
          <a:xfrm>
            <a:off x="5074920" y="900684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 et accès</a:t>
            </a:r>
            <a:endParaRPr lang="en-US" sz="1500" dirty="0"/>
          </a:p>
        </p:txBody>
      </p:sp>
      <p:sp>
        <p:nvSpPr>
          <p:cNvPr id="10" name="Section 16.1 page"/>
          <p:cNvSpPr txBox="1"/>
          <p:nvPr/>
        </p:nvSpPr>
        <p:spPr>
          <a:xfrm>
            <a:off x="11000232" y="90068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16-1</a:t>
            </a:r>
            <a:endParaRPr lang="en-US" sz="1100" dirty="0"/>
          </a:p>
        </p:txBody>
      </p:sp>
      <p:sp>
        <p:nvSpPr>
          <p:cNvPr id="11" name="Section 16.2"/>
          <p:cNvSpPr/>
          <p:nvPr/>
        </p:nvSpPr>
        <p:spPr>
          <a:xfrm>
            <a:off x="4297680" y="1719072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2" name="Section 16.2 numéro"/>
          <p:cNvSpPr txBox="1"/>
          <p:nvPr/>
        </p:nvSpPr>
        <p:spPr>
          <a:xfrm>
            <a:off x="4480560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16.2</a:t>
            </a:r>
            <a:endParaRPr lang="en-US" sz="1400" dirty="0"/>
          </a:p>
        </p:txBody>
      </p:sp>
      <p:sp>
        <p:nvSpPr>
          <p:cNvPr id="13" name="Section 16.2 titre"/>
          <p:cNvSpPr txBox="1"/>
          <p:nvPr/>
        </p:nvSpPr>
        <p:spPr>
          <a:xfrm>
            <a:off x="5074920" y="194767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Recherche d’un lieu sur un plan</a:t>
            </a:r>
            <a:endParaRPr lang="en-US" sz="1500" dirty="0"/>
          </a:p>
        </p:txBody>
      </p:sp>
      <p:sp>
        <p:nvSpPr>
          <p:cNvPr id="14" name="Section 16.2 page"/>
          <p:cNvSpPr txBox="1"/>
          <p:nvPr/>
        </p:nvSpPr>
        <p:spPr>
          <a:xfrm>
            <a:off x="11000232" y="194767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16-1</a:t>
            </a:r>
            <a:endParaRPr lang="en-US" sz="1100" dirty="0"/>
          </a:p>
        </p:txBody>
      </p:sp>
      <p:sp>
        <p:nvSpPr>
          <p:cNvPr id="15" name="Section 16.2 sous-sections"/>
          <p:cNvSpPr txBox="1"/>
          <p:nvPr/>
        </p:nvSpPr>
        <p:spPr>
          <a:xfrm>
            <a:off x="5074920" y="2240280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Affichage en 3D · Affichage en mode FlyOver</a:t>
            </a:r>
            <a:endParaRPr lang="en-US" sz="1100" dirty="0"/>
          </a:p>
        </p:txBody>
      </p:sp>
      <p:sp>
        <p:nvSpPr>
          <p:cNvPr id="16" name="Section 16.3"/>
          <p:cNvSpPr/>
          <p:nvPr/>
        </p:nvSpPr>
        <p:spPr>
          <a:xfrm>
            <a:off x="4297680" y="2889504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7" name="Section 16.3 numéro"/>
          <p:cNvSpPr txBox="1"/>
          <p:nvPr/>
        </p:nvSpPr>
        <p:spPr>
          <a:xfrm>
            <a:off x="4480560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16.3</a:t>
            </a:r>
            <a:endParaRPr lang="en-US" sz="1400" dirty="0"/>
          </a:p>
        </p:txBody>
      </p:sp>
      <p:sp>
        <p:nvSpPr>
          <p:cNvPr id="18" name="Section 16.3 titre"/>
          <p:cNvSpPr txBox="1"/>
          <p:nvPr/>
        </p:nvSpPr>
        <p:spPr>
          <a:xfrm>
            <a:off x="5074920" y="302209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Itinéraires</a:t>
            </a:r>
            <a:endParaRPr lang="en-US" sz="1500" dirty="0"/>
          </a:p>
        </p:txBody>
      </p:sp>
      <p:sp>
        <p:nvSpPr>
          <p:cNvPr id="19" name="Section 16.3 page"/>
          <p:cNvSpPr txBox="1"/>
          <p:nvPr/>
        </p:nvSpPr>
        <p:spPr>
          <a:xfrm>
            <a:off x="11000232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16-3</a:t>
            </a:r>
            <a:endParaRPr lang="en-US" sz="1100" dirty="0"/>
          </a:p>
        </p:txBody>
      </p:sp>
      <p:sp>
        <p:nvSpPr>
          <p:cNvPr id="20" name="Section 16.3 sous-sections"/>
          <p:cNvSpPr txBox="1"/>
          <p:nvPr/>
        </p:nvSpPr>
        <p:spPr>
          <a:xfrm>
            <a:off x="5074920" y="3314700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Tracer un itinéraire · Navigation étape par étape (style GPS) · Circulation · Utilisation des repères</a:t>
            </a:r>
            <a:endParaRPr lang="en-US" sz="1100" dirty="0"/>
          </a:p>
        </p:txBody>
      </p:sp>
      <p:sp>
        <p:nvSpPr>
          <p:cNvPr id="21" name="Section 16.4"/>
          <p:cNvSpPr/>
          <p:nvPr/>
        </p:nvSpPr>
        <p:spPr>
          <a:xfrm>
            <a:off x="4297680" y="4059936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2" name="Section 16.4 numéro"/>
          <p:cNvSpPr txBox="1"/>
          <p:nvPr/>
        </p:nvSpPr>
        <p:spPr>
          <a:xfrm>
            <a:off x="4480560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16.4</a:t>
            </a:r>
            <a:endParaRPr lang="en-US" sz="1400" dirty="0"/>
          </a:p>
        </p:txBody>
      </p:sp>
      <p:sp>
        <p:nvSpPr>
          <p:cNvPr id="23" name="Section 16.4 titre"/>
          <p:cNvSpPr txBox="1"/>
          <p:nvPr/>
        </p:nvSpPr>
        <p:spPr>
          <a:xfrm>
            <a:off x="5074920" y="4411980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Recherches à proximité (attractions, services…)</a:t>
            </a:r>
            <a:endParaRPr lang="en-US" sz="1500" dirty="0"/>
          </a:p>
        </p:txBody>
      </p:sp>
      <p:sp>
        <p:nvSpPr>
          <p:cNvPr id="24" name="Section 16.4 page"/>
          <p:cNvSpPr txBox="1"/>
          <p:nvPr/>
        </p:nvSpPr>
        <p:spPr>
          <a:xfrm>
            <a:off x="11000232" y="44119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16-5</a:t>
            </a:r>
            <a:endParaRPr lang="en-US" sz="1100" dirty="0"/>
          </a:p>
        </p:txBody>
      </p:sp>
      <p:sp>
        <p:nvSpPr>
          <p:cNvPr id="25" name="Section 16.5"/>
          <p:cNvSpPr/>
          <p:nvPr/>
        </p:nvSpPr>
        <p:spPr>
          <a:xfrm>
            <a:off x="4297680" y="5230368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6" name="Section 16.5 numéro"/>
          <p:cNvSpPr txBox="1"/>
          <p:nvPr/>
        </p:nvSpPr>
        <p:spPr>
          <a:xfrm>
            <a:off x="4480560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16.5</a:t>
            </a:r>
            <a:endParaRPr lang="en-US" sz="1400" dirty="0"/>
          </a:p>
        </p:txBody>
      </p:sp>
      <p:sp>
        <p:nvSpPr>
          <p:cNvPr id="27" name="Section 16.5 titre"/>
          <p:cNvSpPr txBox="1"/>
          <p:nvPr/>
        </p:nvSpPr>
        <p:spPr>
          <a:xfrm>
            <a:off x="5074920" y="558241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Résumé des outils utiles sur les plans</a:t>
            </a:r>
            <a:endParaRPr lang="en-US" sz="1500" dirty="0"/>
          </a:p>
        </p:txBody>
      </p:sp>
      <p:sp>
        <p:nvSpPr>
          <p:cNvPr id="28" name="Section 16.5 page"/>
          <p:cNvSpPr txBox="1"/>
          <p:nvPr/>
        </p:nvSpPr>
        <p:spPr>
          <a:xfrm>
            <a:off x="11000232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16-5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7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7 icône" descr="Horlo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Horloge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17-1 à 17-3</a:t>
            </a:r>
            <a:endParaRPr lang="en-US" sz="1300" dirty="0"/>
          </a:p>
        </p:txBody>
      </p:sp>
      <p:sp>
        <p:nvSpPr>
          <p:cNvPr id="7" name="Section 17.1"/>
          <p:cNvSpPr/>
          <p:nvPr/>
        </p:nvSpPr>
        <p:spPr>
          <a:xfrm>
            <a:off x="4297680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17.1 numéro"/>
          <p:cNvSpPr txBox="1"/>
          <p:nvPr/>
        </p:nvSpPr>
        <p:spPr>
          <a:xfrm>
            <a:off x="4480560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</a:t>
            </a:r>
            <a:endParaRPr lang="en-US" sz="1400" dirty="0"/>
          </a:p>
        </p:txBody>
      </p:sp>
      <p:sp>
        <p:nvSpPr>
          <p:cNvPr id="9" name="Section 17.1 titre"/>
          <p:cNvSpPr txBox="1"/>
          <p:nvPr/>
        </p:nvSpPr>
        <p:spPr>
          <a:xfrm>
            <a:off x="5074920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</a:t>
            </a:r>
            <a:endParaRPr lang="en-US" sz="1500" dirty="0"/>
          </a:p>
        </p:txBody>
      </p:sp>
      <p:sp>
        <p:nvSpPr>
          <p:cNvPr id="10" name="Section 17.1 page"/>
          <p:cNvSpPr txBox="1"/>
          <p:nvPr/>
        </p:nvSpPr>
        <p:spPr>
          <a:xfrm>
            <a:off x="7168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17-1</a:t>
            </a:r>
            <a:endParaRPr lang="en-US" sz="1100" dirty="0"/>
          </a:p>
        </p:txBody>
      </p:sp>
      <p:sp>
        <p:nvSpPr>
          <p:cNvPr id="11" name="Section 17.2"/>
          <p:cNvSpPr/>
          <p:nvPr/>
        </p:nvSpPr>
        <p:spPr>
          <a:xfrm>
            <a:off x="4297680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17.2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17.2</a:t>
            </a:r>
            <a:endParaRPr lang="en-US" sz="1400" dirty="0"/>
          </a:p>
        </p:txBody>
      </p:sp>
      <p:sp>
        <p:nvSpPr>
          <p:cNvPr id="13" name="Section 17.2 titre"/>
          <p:cNvSpPr txBox="1"/>
          <p:nvPr/>
        </p:nvSpPr>
        <p:spPr>
          <a:xfrm>
            <a:off x="5074920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Horloges</a:t>
            </a:r>
            <a:endParaRPr lang="en-US" sz="1500" dirty="0"/>
          </a:p>
        </p:txBody>
      </p:sp>
      <p:sp>
        <p:nvSpPr>
          <p:cNvPr id="14" name="Section 17.2 page"/>
          <p:cNvSpPr txBox="1"/>
          <p:nvPr/>
        </p:nvSpPr>
        <p:spPr>
          <a:xfrm>
            <a:off x="7168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17-1</a:t>
            </a:r>
            <a:endParaRPr lang="en-US" sz="1100" dirty="0"/>
          </a:p>
        </p:txBody>
      </p:sp>
      <p:sp>
        <p:nvSpPr>
          <p:cNvPr id="15" name="Section 17.3"/>
          <p:cNvSpPr/>
          <p:nvPr/>
        </p:nvSpPr>
        <p:spPr>
          <a:xfrm>
            <a:off x="4297680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Section 17.3 numéro"/>
          <p:cNvSpPr txBox="1"/>
          <p:nvPr/>
        </p:nvSpPr>
        <p:spPr>
          <a:xfrm>
            <a:off x="4480560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17.3</a:t>
            </a:r>
            <a:endParaRPr lang="en-US" sz="1400" dirty="0"/>
          </a:p>
        </p:txBody>
      </p:sp>
      <p:sp>
        <p:nvSpPr>
          <p:cNvPr id="17" name="Section 17.3 titre"/>
          <p:cNvSpPr txBox="1"/>
          <p:nvPr/>
        </p:nvSpPr>
        <p:spPr>
          <a:xfrm>
            <a:off x="5074920" y="4796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Alarme</a:t>
            </a:r>
            <a:endParaRPr lang="en-US" sz="1500" dirty="0"/>
          </a:p>
        </p:txBody>
      </p:sp>
      <p:sp>
        <p:nvSpPr>
          <p:cNvPr id="18" name="Section 17.3 page"/>
          <p:cNvSpPr txBox="1"/>
          <p:nvPr/>
        </p:nvSpPr>
        <p:spPr>
          <a:xfrm>
            <a:off x="7168896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17-2</a:t>
            </a:r>
            <a:endParaRPr lang="en-US" sz="1100" dirty="0"/>
          </a:p>
        </p:txBody>
      </p:sp>
      <p:sp>
        <p:nvSpPr>
          <p:cNvPr id="19" name="Section 17.4"/>
          <p:cNvSpPr/>
          <p:nvPr/>
        </p:nvSpPr>
        <p:spPr>
          <a:xfrm>
            <a:off x="8129016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0" name="Section 17.4 numéro"/>
          <p:cNvSpPr txBox="1"/>
          <p:nvPr/>
        </p:nvSpPr>
        <p:spPr>
          <a:xfrm>
            <a:off x="8311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17.4</a:t>
            </a:r>
            <a:endParaRPr lang="en-US" sz="1400" dirty="0"/>
          </a:p>
        </p:txBody>
      </p:sp>
      <p:sp>
        <p:nvSpPr>
          <p:cNvPr id="21" name="Section 17.4 titre"/>
          <p:cNvSpPr txBox="1"/>
          <p:nvPr/>
        </p:nvSpPr>
        <p:spPr>
          <a:xfrm>
            <a:off x="8906256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Sommeil</a:t>
            </a:r>
            <a:endParaRPr lang="en-US" sz="1500" dirty="0"/>
          </a:p>
        </p:txBody>
      </p:sp>
      <p:sp>
        <p:nvSpPr>
          <p:cNvPr id="22" name="Section 17.4 page"/>
          <p:cNvSpPr txBox="1"/>
          <p:nvPr/>
        </p:nvSpPr>
        <p:spPr>
          <a:xfrm>
            <a:off x="11000232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17-2</a:t>
            </a:r>
            <a:endParaRPr lang="en-US" sz="1100" dirty="0"/>
          </a:p>
        </p:txBody>
      </p:sp>
      <p:sp>
        <p:nvSpPr>
          <p:cNvPr id="23" name="Section 17.5"/>
          <p:cNvSpPr/>
          <p:nvPr/>
        </p:nvSpPr>
        <p:spPr>
          <a:xfrm>
            <a:off x="8129016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4" name="Section 17.5 numéro"/>
          <p:cNvSpPr txBox="1"/>
          <p:nvPr/>
        </p:nvSpPr>
        <p:spPr>
          <a:xfrm>
            <a:off x="8311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</a:t>
            </a:r>
            <a:endParaRPr lang="en-US" sz="1400" dirty="0"/>
          </a:p>
        </p:txBody>
      </p:sp>
      <p:sp>
        <p:nvSpPr>
          <p:cNvPr id="25" name="Section 17.5 titre"/>
          <p:cNvSpPr txBox="1"/>
          <p:nvPr/>
        </p:nvSpPr>
        <p:spPr>
          <a:xfrm>
            <a:off x="8906256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Chronomètre</a:t>
            </a:r>
            <a:endParaRPr lang="en-US" sz="1500" dirty="0"/>
          </a:p>
        </p:txBody>
      </p:sp>
      <p:sp>
        <p:nvSpPr>
          <p:cNvPr id="26" name="Section 17.5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17-3</a:t>
            </a:r>
            <a:endParaRPr lang="en-US" sz="1100" dirty="0"/>
          </a:p>
        </p:txBody>
      </p:sp>
      <p:sp>
        <p:nvSpPr>
          <p:cNvPr id="27" name="Section 17.6"/>
          <p:cNvSpPr/>
          <p:nvPr/>
        </p:nvSpPr>
        <p:spPr>
          <a:xfrm>
            <a:off x="8129016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8" name="Section 17.6 numéro"/>
          <p:cNvSpPr txBox="1"/>
          <p:nvPr/>
        </p:nvSpPr>
        <p:spPr>
          <a:xfrm>
            <a:off x="8311896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</a:t>
            </a:r>
            <a:endParaRPr lang="en-US" sz="1400" dirty="0"/>
          </a:p>
        </p:txBody>
      </p:sp>
      <p:sp>
        <p:nvSpPr>
          <p:cNvPr id="29" name="Section 17.6 titre"/>
          <p:cNvSpPr txBox="1"/>
          <p:nvPr/>
        </p:nvSpPr>
        <p:spPr>
          <a:xfrm>
            <a:off x="8906256" y="4796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Minuteur</a:t>
            </a:r>
            <a:endParaRPr lang="en-US" sz="1500" dirty="0"/>
          </a:p>
        </p:txBody>
      </p:sp>
      <p:sp>
        <p:nvSpPr>
          <p:cNvPr id="30" name="Section 17.6 page"/>
          <p:cNvSpPr txBox="1"/>
          <p:nvPr/>
        </p:nvSpPr>
        <p:spPr>
          <a:xfrm>
            <a:off x="11000232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17-3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8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8 icône" descr="Magas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Magasins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18-1 à 18-9</a:t>
            </a:r>
            <a:endParaRPr lang="en-US" sz="1300" dirty="0"/>
          </a:p>
        </p:txBody>
      </p:sp>
      <p:sp>
        <p:nvSpPr>
          <p:cNvPr id="7" name="Section 18.1"/>
          <p:cNvSpPr/>
          <p:nvPr/>
        </p:nvSpPr>
        <p:spPr>
          <a:xfrm>
            <a:off x="4297680" y="548640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8" name="Section 18.1 numéro"/>
          <p:cNvSpPr txBox="1"/>
          <p:nvPr/>
        </p:nvSpPr>
        <p:spPr>
          <a:xfrm>
            <a:off x="4480560" y="7772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18.1</a:t>
            </a:r>
            <a:endParaRPr lang="en-US" sz="1400" dirty="0"/>
          </a:p>
        </p:txBody>
      </p:sp>
      <p:sp>
        <p:nvSpPr>
          <p:cNvPr id="9" name="Section 18.1 titre"/>
          <p:cNvSpPr txBox="1"/>
          <p:nvPr/>
        </p:nvSpPr>
        <p:spPr>
          <a:xfrm>
            <a:off x="5074920" y="777240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18.1 page"/>
          <p:cNvSpPr txBox="1"/>
          <p:nvPr/>
        </p:nvSpPr>
        <p:spPr>
          <a:xfrm>
            <a:off x="11000232" y="7772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18-1</a:t>
            </a:r>
            <a:endParaRPr lang="en-US" sz="1100" dirty="0"/>
          </a:p>
        </p:txBody>
      </p:sp>
      <p:sp>
        <p:nvSpPr>
          <p:cNvPr id="11" name="Section 18.1 sous-sections"/>
          <p:cNvSpPr txBox="1"/>
          <p:nvPr/>
        </p:nvSpPr>
        <p:spPr>
          <a:xfrm>
            <a:off x="5074920" y="1069848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iTunes et App Store · Livres · TV</a:t>
            </a:r>
            <a:endParaRPr lang="en-US" sz="1100" dirty="0"/>
          </a:p>
        </p:txBody>
      </p:sp>
      <p:sp>
        <p:nvSpPr>
          <p:cNvPr id="12" name="Section 18.2"/>
          <p:cNvSpPr/>
          <p:nvPr/>
        </p:nvSpPr>
        <p:spPr>
          <a:xfrm>
            <a:off x="4297680" y="1719072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3" name="Section 18.2 numéro"/>
          <p:cNvSpPr txBox="1"/>
          <p:nvPr/>
        </p:nvSpPr>
        <p:spPr>
          <a:xfrm>
            <a:off x="4480560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18.2</a:t>
            </a:r>
            <a:endParaRPr lang="en-US" sz="1400" dirty="0"/>
          </a:p>
        </p:txBody>
      </p:sp>
      <p:sp>
        <p:nvSpPr>
          <p:cNvPr id="14" name="Section 18.2 titre"/>
          <p:cNvSpPr txBox="1"/>
          <p:nvPr/>
        </p:nvSpPr>
        <p:spPr>
          <a:xfrm>
            <a:off x="5074920" y="2071116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</a:t>
            </a:r>
            <a:endParaRPr lang="en-US" sz="1500" dirty="0"/>
          </a:p>
        </p:txBody>
      </p:sp>
      <p:sp>
        <p:nvSpPr>
          <p:cNvPr id="15" name="Section 18.2 page"/>
          <p:cNvSpPr txBox="1"/>
          <p:nvPr/>
        </p:nvSpPr>
        <p:spPr>
          <a:xfrm>
            <a:off x="11000232" y="207111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18-2</a:t>
            </a:r>
            <a:endParaRPr lang="en-US" sz="1100" dirty="0"/>
          </a:p>
        </p:txBody>
      </p:sp>
      <p:sp>
        <p:nvSpPr>
          <p:cNvPr id="16" name="Section 18.3"/>
          <p:cNvSpPr/>
          <p:nvPr/>
        </p:nvSpPr>
        <p:spPr>
          <a:xfrm>
            <a:off x="4297680" y="2889504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17" name="Section 18.3 numéro"/>
          <p:cNvSpPr txBox="1"/>
          <p:nvPr/>
        </p:nvSpPr>
        <p:spPr>
          <a:xfrm>
            <a:off x="4480560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18.3</a:t>
            </a:r>
            <a:endParaRPr lang="en-US" sz="1400" dirty="0"/>
          </a:p>
        </p:txBody>
      </p:sp>
      <p:sp>
        <p:nvSpPr>
          <p:cNvPr id="18" name="Section 18.3 titre"/>
          <p:cNvSpPr txBox="1"/>
          <p:nvPr/>
        </p:nvSpPr>
        <p:spPr>
          <a:xfrm>
            <a:off x="5074920" y="302209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App Store</a:t>
            </a:r>
            <a:endParaRPr lang="en-US" sz="1500" dirty="0"/>
          </a:p>
        </p:txBody>
      </p:sp>
      <p:sp>
        <p:nvSpPr>
          <p:cNvPr id="19" name="Section 18.3 page"/>
          <p:cNvSpPr txBox="1"/>
          <p:nvPr/>
        </p:nvSpPr>
        <p:spPr>
          <a:xfrm>
            <a:off x="11000232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18-2</a:t>
            </a:r>
            <a:endParaRPr lang="en-US" sz="1100" dirty="0"/>
          </a:p>
        </p:txBody>
      </p:sp>
      <p:sp>
        <p:nvSpPr>
          <p:cNvPr id="20" name="Section 18.3 sous-sections"/>
          <p:cNvSpPr txBox="1"/>
          <p:nvPr/>
        </p:nvSpPr>
        <p:spPr>
          <a:xfrm>
            <a:off x="5074920" y="3314700"/>
            <a:ext cx="6473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Onglets · Installation d’une App ou d’un jeu · Consulter la liste des applications et jeux sur votre appareil</a:t>
            </a:r>
            <a:endParaRPr lang="en-US" sz="1100" dirty="0"/>
          </a:p>
        </p:txBody>
      </p:sp>
      <p:sp>
        <p:nvSpPr>
          <p:cNvPr id="21" name="Section 18.4"/>
          <p:cNvSpPr/>
          <p:nvPr/>
        </p:nvSpPr>
        <p:spPr>
          <a:xfrm>
            <a:off x="4297680" y="4059936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2" name="Section 18.4 numéro"/>
          <p:cNvSpPr txBox="1"/>
          <p:nvPr/>
        </p:nvSpPr>
        <p:spPr>
          <a:xfrm>
            <a:off x="4480560" y="42885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18.4</a:t>
            </a:r>
            <a:endParaRPr lang="en-US" sz="1400" dirty="0"/>
          </a:p>
        </p:txBody>
      </p:sp>
      <p:sp>
        <p:nvSpPr>
          <p:cNvPr id="23" name="Section 18.4 titre"/>
          <p:cNvSpPr txBox="1"/>
          <p:nvPr/>
        </p:nvSpPr>
        <p:spPr>
          <a:xfrm>
            <a:off x="5074920" y="4288536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Livres</a:t>
            </a:r>
            <a:endParaRPr lang="en-US" sz="1500" dirty="0"/>
          </a:p>
        </p:txBody>
      </p:sp>
      <p:sp>
        <p:nvSpPr>
          <p:cNvPr id="24" name="Section 18.4 page"/>
          <p:cNvSpPr txBox="1"/>
          <p:nvPr/>
        </p:nvSpPr>
        <p:spPr>
          <a:xfrm>
            <a:off x="11000232" y="428853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18-5</a:t>
            </a:r>
            <a:endParaRPr lang="en-US" sz="1100" dirty="0"/>
          </a:p>
        </p:txBody>
      </p:sp>
      <p:sp>
        <p:nvSpPr>
          <p:cNvPr id="25" name="Section 18.4 sous-sections"/>
          <p:cNvSpPr txBox="1"/>
          <p:nvPr/>
        </p:nvSpPr>
        <p:spPr>
          <a:xfrm>
            <a:off x="5074920" y="4581144"/>
            <a:ext cx="647395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Onglets · Se procurer un livre · Lire des livres · Supprimer des livres</a:t>
            </a:r>
            <a:endParaRPr lang="en-US" sz="1100" dirty="0"/>
          </a:p>
        </p:txBody>
      </p:sp>
      <p:sp>
        <p:nvSpPr>
          <p:cNvPr id="26" name="Section 18.5"/>
          <p:cNvSpPr/>
          <p:nvPr/>
        </p:nvSpPr>
        <p:spPr>
          <a:xfrm>
            <a:off x="4297680" y="5230368"/>
            <a:ext cx="7434072" cy="941832"/>
          </a:xfrm>
          <a:prstGeom prst="roundRect">
            <a:avLst>
              <a:gd name="adj" fmla="val 9709"/>
            </a:avLst>
          </a:prstGeom>
          <a:solidFill>
            <a:schemeClr val="bg2"/>
          </a:solidFill>
          <a:ln/>
        </p:spPr>
      </p:sp>
      <p:sp>
        <p:nvSpPr>
          <p:cNvPr id="27" name="Section 18.5 numéro"/>
          <p:cNvSpPr txBox="1"/>
          <p:nvPr/>
        </p:nvSpPr>
        <p:spPr>
          <a:xfrm>
            <a:off x="4480560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18.5</a:t>
            </a:r>
            <a:endParaRPr lang="en-US" sz="1400" dirty="0"/>
          </a:p>
        </p:txBody>
      </p:sp>
      <p:sp>
        <p:nvSpPr>
          <p:cNvPr id="28" name="Section 18.5 titre"/>
          <p:cNvSpPr txBox="1"/>
          <p:nvPr/>
        </p:nvSpPr>
        <p:spPr>
          <a:xfrm>
            <a:off x="5074920" y="5582412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iTunes Store</a:t>
            </a:r>
            <a:endParaRPr lang="en-US" sz="1500" dirty="0"/>
          </a:p>
        </p:txBody>
      </p:sp>
      <p:sp>
        <p:nvSpPr>
          <p:cNvPr id="29" name="Section 18.5 page"/>
          <p:cNvSpPr txBox="1"/>
          <p:nvPr/>
        </p:nvSpPr>
        <p:spPr>
          <a:xfrm>
            <a:off x="11000232" y="55824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18-9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19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19 icône" descr="Localiser mon iP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Localiser mon iPad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19-1 à 19-1</a:t>
            </a:r>
            <a:endParaRPr lang="en-US" sz="1300" dirty="0"/>
          </a:p>
        </p:txBody>
      </p:sp>
      <p:sp>
        <p:nvSpPr>
          <p:cNvPr id="7" name="Section 19.1"/>
          <p:cNvSpPr/>
          <p:nvPr/>
        </p:nvSpPr>
        <p:spPr>
          <a:xfrm>
            <a:off x="4297680" y="192024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19.1 numéro"/>
          <p:cNvSpPr txBox="1"/>
          <p:nvPr/>
        </p:nvSpPr>
        <p:spPr>
          <a:xfrm>
            <a:off x="4480560" y="24643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19.1</a:t>
            </a:r>
            <a:endParaRPr lang="en-US" sz="1400" dirty="0"/>
          </a:p>
        </p:txBody>
      </p:sp>
      <p:sp>
        <p:nvSpPr>
          <p:cNvPr id="9" name="Section 19.1 titre"/>
          <p:cNvSpPr txBox="1"/>
          <p:nvPr/>
        </p:nvSpPr>
        <p:spPr>
          <a:xfrm>
            <a:off x="5074920" y="246430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Réglages</a:t>
            </a:r>
            <a:endParaRPr lang="en-US" sz="1500" dirty="0"/>
          </a:p>
        </p:txBody>
      </p:sp>
      <p:sp>
        <p:nvSpPr>
          <p:cNvPr id="10" name="Section 19.1 page"/>
          <p:cNvSpPr txBox="1"/>
          <p:nvPr/>
        </p:nvSpPr>
        <p:spPr>
          <a:xfrm>
            <a:off x="11000232" y="24643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19-1</a:t>
            </a:r>
            <a:endParaRPr lang="en-US" sz="1100" dirty="0"/>
          </a:p>
        </p:txBody>
      </p:sp>
      <p:sp>
        <p:nvSpPr>
          <p:cNvPr id="11" name="Section 19.2"/>
          <p:cNvSpPr/>
          <p:nvPr/>
        </p:nvSpPr>
        <p:spPr>
          <a:xfrm>
            <a:off x="4297680" y="3474720"/>
            <a:ext cx="7434072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19.2 numéro"/>
          <p:cNvSpPr txBox="1"/>
          <p:nvPr/>
        </p:nvSpPr>
        <p:spPr>
          <a:xfrm>
            <a:off x="4480560" y="40187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19.2</a:t>
            </a:r>
            <a:endParaRPr lang="en-US" sz="1400" dirty="0"/>
          </a:p>
        </p:txBody>
      </p:sp>
      <p:sp>
        <p:nvSpPr>
          <p:cNvPr id="13" name="Section 19.2 titre"/>
          <p:cNvSpPr txBox="1"/>
          <p:nvPr/>
        </p:nvSpPr>
        <p:spPr>
          <a:xfrm>
            <a:off x="5074920" y="4018788"/>
            <a:ext cx="5879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Localiser l’appareil</a:t>
            </a:r>
            <a:endParaRPr lang="en-US" sz="1500" dirty="0"/>
          </a:p>
        </p:txBody>
      </p:sp>
      <p:sp>
        <p:nvSpPr>
          <p:cNvPr id="14" name="Section 19.2 page"/>
          <p:cNvSpPr txBox="1"/>
          <p:nvPr/>
        </p:nvSpPr>
        <p:spPr>
          <a:xfrm>
            <a:off x="11000232" y="40187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19-1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20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20 icône" descr="Les petits plu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Les petits plus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20-1 à 20-9</a:t>
            </a:r>
            <a:endParaRPr lang="en-US" sz="1300" dirty="0"/>
          </a:p>
        </p:txBody>
      </p:sp>
      <p:sp>
        <p:nvSpPr>
          <p:cNvPr id="7" name="Section 20.1"/>
          <p:cNvSpPr/>
          <p:nvPr/>
        </p:nvSpPr>
        <p:spPr>
          <a:xfrm>
            <a:off x="4297680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20.1 numéro"/>
          <p:cNvSpPr txBox="1"/>
          <p:nvPr/>
        </p:nvSpPr>
        <p:spPr>
          <a:xfrm>
            <a:off x="4480560" y="1371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20.1</a:t>
            </a:r>
            <a:endParaRPr lang="en-US" sz="1400" dirty="0"/>
          </a:p>
        </p:txBody>
      </p:sp>
      <p:sp>
        <p:nvSpPr>
          <p:cNvPr id="9" name="Section 20.1 titre"/>
          <p:cNvSpPr txBox="1"/>
          <p:nvPr/>
        </p:nvSpPr>
        <p:spPr>
          <a:xfrm>
            <a:off x="5074920" y="137160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Écrans de recherche</a:t>
            </a:r>
            <a:endParaRPr lang="en-US" sz="1500" dirty="0"/>
          </a:p>
        </p:txBody>
      </p:sp>
      <p:sp>
        <p:nvSpPr>
          <p:cNvPr id="10" name="Section 20.1 page"/>
          <p:cNvSpPr txBox="1"/>
          <p:nvPr/>
        </p:nvSpPr>
        <p:spPr>
          <a:xfrm>
            <a:off x="7168896" y="137160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20-1</a:t>
            </a:r>
            <a:endParaRPr lang="en-US" sz="1100" dirty="0"/>
          </a:p>
        </p:txBody>
      </p:sp>
      <p:sp>
        <p:nvSpPr>
          <p:cNvPr id="11" name="Section 20.1 sous-sections"/>
          <p:cNvSpPr txBox="1"/>
          <p:nvPr/>
        </p:nvSpPr>
        <p:spPr>
          <a:xfrm>
            <a:off x="5074920" y="1664208"/>
            <a:ext cx="2642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Accès et Réglages aux écrans de recherche · Effectuer des recherches à l’aide des écrans de recherche</a:t>
            </a:r>
            <a:endParaRPr lang="en-US" sz="1100" dirty="0"/>
          </a:p>
        </p:txBody>
      </p:sp>
      <p:sp>
        <p:nvSpPr>
          <p:cNvPr id="12" name="Section 20.2"/>
          <p:cNvSpPr/>
          <p:nvPr/>
        </p:nvSpPr>
        <p:spPr>
          <a:xfrm>
            <a:off x="4297680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3" name="Section 20.2 numéro"/>
          <p:cNvSpPr txBox="1"/>
          <p:nvPr/>
        </p:nvSpPr>
        <p:spPr>
          <a:xfrm>
            <a:off x="4480560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20.2</a:t>
            </a:r>
            <a:endParaRPr lang="en-US" sz="1400" dirty="0"/>
          </a:p>
        </p:txBody>
      </p:sp>
      <p:sp>
        <p:nvSpPr>
          <p:cNvPr id="14" name="Section 20.2 titre"/>
          <p:cNvSpPr txBox="1"/>
          <p:nvPr/>
        </p:nvSpPr>
        <p:spPr>
          <a:xfrm>
            <a:off x="5074920" y="302209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Centre de contrôle</a:t>
            </a:r>
            <a:endParaRPr lang="en-US" sz="1500" dirty="0"/>
          </a:p>
        </p:txBody>
      </p:sp>
      <p:sp>
        <p:nvSpPr>
          <p:cNvPr id="15" name="Section 20.2 page"/>
          <p:cNvSpPr txBox="1"/>
          <p:nvPr/>
        </p:nvSpPr>
        <p:spPr>
          <a:xfrm>
            <a:off x="7168896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20-2</a:t>
            </a:r>
            <a:endParaRPr lang="en-US" sz="1100" dirty="0"/>
          </a:p>
        </p:txBody>
      </p:sp>
      <p:sp>
        <p:nvSpPr>
          <p:cNvPr id="16" name="Section 20.2 sous-sections"/>
          <p:cNvSpPr txBox="1"/>
          <p:nvPr/>
        </p:nvSpPr>
        <p:spPr>
          <a:xfrm>
            <a:off x="5074920" y="3314700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Accès et contenu · Utilisation des raccourcis</a:t>
            </a:r>
            <a:endParaRPr lang="en-US" sz="1100" dirty="0"/>
          </a:p>
        </p:txBody>
      </p:sp>
      <p:sp>
        <p:nvSpPr>
          <p:cNvPr id="17" name="Section 20.3"/>
          <p:cNvSpPr/>
          <p:nvPr/>
        </p:nvSpPr>
        <p:spPr>
          <a:xfrm>
            <a:off x="4297680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8" name="Section 20.3 numéro"/>
          <p:cNvSpPr txBox="1"/>
          <p:nvPr/>
        </p:nvSpPr>
        <p:spPr>
          <a:xfrm>
            <a:off x="4480560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20.3</a:t>
            </a:r>
            <a:endParaRPr lang="en-US" sz="1400" dirty="0"/>
          </a:p>
        </p:txBody>
      </p:sp>
      <p:sp>
        <p:nvSpPr>
          <p:cNvPr id="19" name="Section 20.3 titre"/>
          <p:cNvSpPr txBox="1"/>
          <p:nvPr/>
        </p:nvSpPr>
        <p:spPr>
          <a:xfrm>
            <a:off x="5074920" y="4796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AirDrop</a:t>
            </a:r>
            <a:endParaRPr lang="en-US" sz="1500" dirty="0"/>
          </a:p>
        </p:txBody>
      </p:sp>
      <p:sp>
        <p:nvSpPr>
          <p:cNvPr id="20" name="Section 20.3 page"/>
          <p:cNvSpPr txBox="1"/>
          <p:nvPr/>
        </p:nvSpPr>
        <p:spPr>
          <a:xfrm>
            <a:off x="7168896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20-4</a:t>
            </a:r>
            <a:endParaRPr lang="en-US" sz="1100" dirty="0"/>
          </a:p>
        </p:txBody>
      </p:sp>
      <p:sp>
        <p:nvSpPr>
          <p:cNvPr id="21" name="Section 20.4"/>
          <p:cNvSpPr/>
          <p:nvPr/>
        </p:nvSpPr>
        <p:spPr>
          <a:xfrm>
            <a:off x="8129016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2" name="Section 20.4 numéro"/>
          <p:cNvSpPr txBox="1"/>
          <p:nvPr/>
        </p:nvSpPr>
        <p:spPr>
          <a:xfrm>
            <a:off x="8311896" y="13487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20.4</a:t>
            </a:r>
            <a:endParaRPr lang="en-US" sz="1400" dirty="0"/>
          </a:p>
        </p:txBody>
      </p:sp>
      <p:sp>
        <p:nvSpPr>
          <p:cNvPr id="23" name="Section 20.4 titre"/>
          <p:cNvSpPr txBox="1"/>
          <p:nvPr/>
        </p:nvSpPr>
        <p:spPr>
          <a:xfrm>
            <a:off x="8906256" y="1348740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Notifications et Alertes</a:t>
            </a:r>
            <a:endParaRPr lang="en-US" sz="1500" dirty="0"/>
          </a:p>
        </p:txBody>
      </p:sp>
      <p:sp>
        <p:nvSpPr>
          <p:cNvPr id="24" name="Section 20.4 page"/>
          <p:cNvSpPr txBox="1"/>
          <p:nvPr/>
        </p:nvSpPr>
        <p:spPr>
          <a:xfrm>
            <a:off x="11000232" y="134874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20-5</a:t>
            </a:r>
            <a:endParaRPr lang="en-US" sz="1100" dirty="0"/>
          </a:p>
        </p:txBody>
      </p:sp>
      <p:sp>
        <p:nvSpPr>
          <p:cNvPr id="25" name="Section 20.4 sous-sections"/>
          <p:cNvSpPr txBox="1"/>
          <p:nvPr/>
        </p:nvSpPr>
        <p:spPr>
          <a:xfrm>
            <a:off x="8906256" y="1879092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Réglages · Alertes · Centre de notification</a:t>
            </a:r>
            <a:endParaRPr lang="en-US" sz="1100" dirty="0"/>
          </a:p>
        </p:txBody>
      </p:sp>
      <p:sp>
        <p:nvSpPr>
          <p:cNvPr id="26" name="Section 20.5"/>
          <p:cNvSpPr/>
          <p:nvPr/>
        </p:nvSpPr>
        <p:spPr>
          <a:xfrm>
            <a:off x="8129016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7" name="Section 20.5 numéro"/>
          <p:cNvSpPr txBox="1"/>
          <p:nvPr/>
        </p:nvSpPr>
        <p:spPr>
          <a:xfrm>
            <a:off x="8311896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20.5</a:t>
            </a:r>
            <a:endParaRPr lang="en-US" sz="1400" dirty="0"/>
          </a:p>
        </p:txBody>
      </p:sp>
      <p:sp>
        <p:nvSpPr>
          <p:cNvPr id="28" name="Section 20.5 titre"/>
          <p:cNvSpPr txBox="1"/>
          <p:nvPr/>
        </p:nvSpPr>
        <p:spPr>
          <a:xfrm>
            <a:off x="8906256" y="3022092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Multitâche</a:t>
            </a:r>
            <a:endParaRPr lang="en-US" sz="1500" dirty="0"/>
          </a:p>
        </p:txBody>
      </p:sp>
      <p:sp>
        <p:nvSpPr>
          <p:cNvPr id="29" name="Section 20.5 page"/>
          <p:cNvSpPr txBox="1"/>
          <p:nvPr/>
        </p:nvSpPr>
        <p:spPr>
          <a:xfrm>
            <a:off x="11000232" y="302209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20-7</a:t>
            </a:r>
            <a:endParaRPr lang="en-US" sz="1100" dirty="0"/>
          </a:p>
        </p:txBody>
      </p:sp>
      <p:sp>
        <p:nvSpPr>
          <p:cNvPr id="30" name="Section 20.5 sous-sections"/>
          <p:cNvSpPr txBox="1"/>
          <p:nvPr/>
        </p:nvSpPr>
        <p:spPr>
          <a:xfrm>
            <a:off x="8906256" y="3314700"/>
            <a:ext cx="2642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Réglages · Split View · Slide Over · Image dans l’image</a:t>
            </a:r>
            <a:endParaRPr lang="en-US" sz="1100" dirty="0"/>
          </a:p>
        </p:txBody>
      </p:sp>
      <p:sp>
        <p:nvSpPr>
          <p:cNvPr id="31" name="Section 20.6"/>
          <p:cNvSpPr/>
          <p:nvPr/>
        </p:nvSpPr>
        <p:spPr>
          <a:xfrm>
            <a:off x="8129016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32" name="Section 20.6 numéro"/>
          <p:cNvSpPr txBox="1"/>
          <p:nvPr/>
        </p:nvSpPr>
        <p:spPr>
          <a:xfrm>
            <a:off x="8311896" y="4677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20.6</a:t>
            </a:r>
            <a:endParaRPr lang="en-US" sz="1400" dirty="0"/>
          </a:p>
        </p:txBody>
      </p:sp>
      <p:sp>
        <p:nvSpPr>
          <p:cNvPr id="33" name="Section 20.6 titre"/>
          <p:cNvSpPr txBox="1"/>
          <p:nvPr/>
        </p:nvSpPr>
        <p:spPr>
          <a:xfrm>
            <a:off x="8906256" y="467715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 truc à connaître – le redémarrage</a:t>
            </a:r>
            <a:endParaRPr lang="en-US" sz="1500" dirty="0"/>
          </a:p>
        </p:txBody>
      </p:sp>
      <p:sp>
        <p:nvSpPr>
          <p:cNvPr id="34" name="Section 20.6 page"/>
          <p:cNvSpPr txBox="1"/>
          <p:nvPr/>
        </p:nvSpPr>
        <p:spPr>
          <a:xfrm>
            <a:off x="11000232" y="4677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20-9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21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21 icône" descr="Réglages div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Réglages divers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21-1 à 21-5</a:t>
            </a:r>
            <a:endParaRPr lang="en-US" sz="1300" dirty="0"/>
          </a:p>
        </p:txBody>
      </p:sp>
      <p:sp>
        <p:nvSpPr>
          <p:cNvPr id="7" name="Section 21.1"/>
          <p:cNvSpPr/>
          <p:nvPr/>
        </p:nvSpPr>
        <p:spPr>
          <a:xfrm>
            <a:off x="4297680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8" name="Section 21.1 numéro"/>
          <p:cNvSpPr txBox="1"/>
          <p:nvPr/>
        </p:nvSpPr>
        <p:spPr>
          <a:xfrm>
            <a:off x="4480560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21.1</a:t>
            </a:r>
            <a:endParaRPr lang="en-US" sz="1400" dirty="0"/>
          </a:p>
        </p:txBody>
      </p:sp>
      <p:sp>
        <p:nvSpPr>
          <p:cNvPr id="9" name="Section 21.1 titre"/>
          <p:cNvSpPr txBox="1"/>
          <p:nvPr/>
        </p:nvSpPr>
        <p:spPr>
          <a:xfrm>
            <a:off x="5074920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Accès</a:t>
            </a:r>
            <a:endParaRPr lang="en-US" sz="1500" dirty="0"/>
          </a:p>
        </p:txBody>
      </p:sp>
      <p:sp>
        <p:nvSpPr>
          <p:cNvPr id="10" name="Section 21.1 page"/>
          <p:cNvSpPr txBox="1"/>
          <p:nvPr/>
        </p:nvSpPr>
        <p:spPr>
          <a:xfrm>
            <a:off x="7168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21-1</a:t>
            </a:r>
            <a:endParaRPr lang="en-US" sz="1100" dirty="0"/>
          </a:p>
        </p:txBody>
      </p:sp>
      <p:sp>
        <p:nvSpPr>
          <p:cNvPr id="11" name="Section 21.2"/>
          <p:cNvSpPr/>
          <p:nvPr/>
        </p:nvSpPr>
        <p:spPr>
          <a:xfrm>
            <a:off x="4297680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2" name="Section 21.2 numéro"/>
          <p:cNvSpPr txBox="1"/>
          <p:nvPr/>
        </p:nvSpPr>
        <p:spPr>
          <a:xfrm>
            <a:off x="4480560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</a:t>
            </a:r>
            <a:endParaRPr lang="en-US" sz="1400" dirty="0"/>
          </a:p>
        </p:txBody>
      </p:sp>
      <p:sp>
        <p:nvSpPr>
          <p:cNvPr id="13" name="Section 21.2 titre"/>
          <p:cNvSpPr txBox="1"/>
          <p:nvPr/>
        </p:nvSpPr>
        <p:spPr>
          <a:xfrm>
            <a:off x="5074920" y="2510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Ne pas déranger</a:t>
            </a:r>
            <a:endParaRPr lang="en-US" sz="1500" dirty="0"/>
          </a:p>
        </p:txBody>
      </p:sp>
      <p:sp>
        <p:nvSpPr>
          <p:cNvPr id="14" name="Section 21.2 page"/>
          <p:cNvSpPr txBox="1"/>
          <p:nvPr/>
        </p:nvSpPr>
        <p:spPr>
          <a:xfrm>
            <a:off x="7168896" y="2510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21-1</a:t>
            </a:r>
            <a:endParaRPr lang="en-US" sz="1100" dirty="0"/>
          </a:p>
        </p:txBody>
      </p:sp>
      <p:sp>
        <p:nvSpPr>
          <p:cNvPr id="15" name="Section 21.3"/>
          <p:cNvSpPr/>
          <p:nvPr/>
        </p:nvSpPr>
        <p:spPr>
          <a:xfrm>
            <a:off x="4297680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16" name="Section 21.3 numéro"/>
          <p:cNvSpPr txBox="1"/>
          <p:nvPr/>
        </p:nvSpPr>
        <p:spPr>
          <a:xfrm>
            <a:off x="4480560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</a:t>
            </a:r>
            <a:endParaRPr lang="en-US" sz="1400" dirty="0"/>
          </a:p>
        </p:txBody>
      </p:sp>
      <p:sp>
        <p:nvSpPr>
          <p:cNvPr id="17" name="Section 21.3 titre"/>
          <p:cNvSpPr txBox="1"/>
          <p:nvPr/>
        </p:nvSpPr>
        <p:spPr>
          <a:xfrm>
            <a:off x="5074920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Réinitialiser</a:t>
            </a:r>
            <a:endParaRPr lang="en-US" sz="1500" dirty="0"/>
          </a:p>
        </p:txBody>
      </p:sp>
      <p:sp>
        <p:nvSpPr>
          <p:cNvPr id="18" name="Section 21.3 page"/>
          <p:cNvSpPr txBox="1"/>
          <p:nvPr/>
        </p:nvSpPr>
        <p:spPr>
          <a:xfrm>
            <a:off x="7168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21-2</a:t>
            </a:r>
            <a:endParaRPr lang="en-US" sz="1100" dirty="0"/>
          </a:p>
        </p:txBody>
      </p:sp>
      <p:sp>
        <p:nvSpPr>
          <p:cNvPr id="19" name="Section 21.4"/>
          <p:cNvSpPr/>
          <p:nvPr/>
        </p:nvSpPr>
        <p:spPr>
          <a:xfrm>
            <a:off x="4297680" y="493776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0" name="Section 21.4 numéro"/>
          <p:cNvSpPr txBox="1"/>
          <p:nvPr/>
        </p:nvSpPr>
        <p:spPr>
          <a:xfrm>
            <a:off x="4480560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21.4</a:t>
            </a:r>
            <a:endParaRPr lang="en-US" sz="1400" dirty="0"/>
          </a:p>
        </p:txBody>
      </p:sp>
      <p:sp>
        <p:nvSpPr>
          <p:cNvPr id="21" name="Section 21.4 titre"/>
          <p:cNvSpPr txBox="1"/>
          <p:nvPr/>
        </p:nvSpPr>
        <p:spPr>
          <a:xfrm>
            <a:off x="5074920" y="543610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Batterie</a:t>
            </a:r>
            <a:endParaRPr lang="en-US" sz="1500" dirty="0"/>
          </a:p>
        </p:txBody>
      </p:sp>
      <p:sp>
        <p:nvSpPr>
          <p:cNvPr id="22" name="Section 21.4 page"/>
          <p:cNvSpPr txBox="1"/>
          <p:nvPr/>
        </p:nvSpPr>
        <p:spPr>
          <a:xfrm>
            <a:off x="7168896" y="54361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21-2</a:t>
            </a:r>
            <a:endParaRPr lang="en-US" sz="1100" dirty="0"/>
          </a:p>
        </p:txBody>
      </p:sp>
      <p:sp>
        <p:nvSpPr>
          <p:cNvPr id="23" name="Section 21.5"/>
          <p:cNvSpPr/>
          <p:nvPr/>
        </p:nvSpPr>
        <p:spPr>
          <a:xfrm>
            <a:off x="8129016" y="54864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4" name="Section 21.5 numéro"/>
          <p:cNvSpPr txBox="1"/>
          <p:nvPr/>
        </p:nvSpPr>
        <p:spPr>
          <a:xfrm>
            <a:off x="8311896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21.5</a:t>
            </a:r>
            <a:endParaRPr lang="en-US" sz="1400" dirty="0"/>
          </a:p>
        </p:txBody>
      </p:sp>
      <p:sp>
        <p:nvSpPr>
          <p:cNvPr id="25" name="Section 21.5 titre"/>
          <p:cNvSpPr txBox="1"/>
          <p:nvPr/>
        </p:nvSpPr>
        <p:spPr>
          <a:xfrm>
            <a:off x="8906256" y="104698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Confidentialité</a:t>
            </a:r>
            <a:endParaRPr lang="en-US" sz="1500" dirty="0"/>
          </a:p>
        </p:txBody>
      </p:sp>
      <p:sp>
        <p:nvSpPr>
          <p:cNvPr id="26" name="Section 21.5 page"/>
          <p:cNvSpPr txBox="1"/>
          <p:nvPr/>
        </p:nvSpPr>
        <p:spPr>
          <a:xfrm>
            <a:off x="11000232" y="10469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21-3</a:t>
            </a:r>
            <a:endParaRPr lang="en-US" sz="1100" dirty="0"/>
          </a:p>
        </p:txBody>
      </p:sp>
      <p:sp>
        <p:nvSpPr>
          <p:cNvPr id="27" name="Section 21.6"/>
          <p:cNvSpPr/>
          <p:nvPr/>
        </p:nvSpPr>
        <p:spPr>
          <a:xfrm>
            <a:off x="8129016" y="201168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28" name="Section 21.6 numéro"/>
          <p:cNvSpPr txBox="1"/>
          <p:nvPr/>
        </p:nvSpPr>
        <p:spPr>
          <a:xfrm>
            <a:off x="8311896" y="21945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21.6</a:t>
            </a:r>
            <a:endParaRPr lang="en-US" sz="1400" dirty="0"/>
          </a:p>
        </p:txBody>
      </p:sp>
      <p:sp>
        <p:nvSpPr>
          <p:cNvPr id="29" name="Section 21.6 titre"/>
          <p:cNvSpPr txBox="1"/>
          <p:nvPr/>
        </p:nvSpPr>
        <p:spPr>
          <a:xfrm>
            <a:off x="8906256" y="2194560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Autonomie</a:t>
            </a:r>
            <a:endParaRPr lang="en-US" sz="1500" dirty="0"/>
          </a:p>
        </p:txBody>
      </p:sp>
      <p:sp>
        <p:nvSpPr>
          <p:cNvPr id="30" name="Section 21.6 page"/>
          <p:cNvSpPr txBox="1"/>
          <p:nvPr/>
        </p:nvSpPr>
        <p:spPr>
          <a:xfrm>
            <a:off x="11000232" y="21945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21-4</a:t>
            </a:r>
            <a:endParaRPr lang="en-US" sz="1100" dirty="0"/>
          </a:p>
        </p:txBody>
      </p:sp>
      <p:sp>
        <p:nvSpPr>
          <p:cNvPr id="31" name="Section 21.6 sous-sections"/>
          <p:cNvSpPr txBox="1"/>
          <p:nvPr/>
        </p:nvSpPr>
        <p:spPr>
          <a:xfrm>
            <a:off x="8906256" y="2487168"/>
            <a:ext cx="2642616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Luminosité · Wi-Fi, Bluetooth, AirDrop · Notifications · Verrouillage de l’appareil · Fermeture des Apps …</a:t>
            </a:r>
            <a:endParaRPr lang="en-US" sz="1100" dirty="0"/>
          </a:p>
        </p:txBody>
      </p:sp>
      <p:sp>
        <p:nvSpPr>
          <p:cNvPr id="32" name="Section 21.7"/>
          <p:cNvSpPr/>
          <p:nvPr/>
        </p:nvSpPr>
        <p:spPr>
          <a:xfrm>
            <a:off x="8129016" y="3474720"/>
            <a:ext cx="3602736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/>
        </p:spPr>
      </p:sp>
      <p:sp>
        <p:nvSpPr>
          <p:cNvPr id="33" name="Section 21.7 numéro"/>
          <p:cNvSpPr txBox="1"/>
          <p:nvPr/>
        </p:nvSpPr>
        <p:spPr>
          <a:xfrm>
            <a:off x="8311896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21.7</a:t>
            </a:r>
            <a:endParaRPr lang="en-US" sz="1400" dirty="0"/>
          </a:p>
        </p:txBody>
      </p:sp>
      <p:sp>
        <p:nvSpPr>
          <p:cNvPr id="34" name="Section 21.7 titre"/>
          <p:cNvSpPr txBox="1"/>
          <p:nvPr/>
        </p:nvSpPr>
        <p:spPr>
          <a:xfrm>
            <a:off x="8906256" y="3973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Temps d’écran</a:t>
            </a:r>
            <a:endParaRPr lang="en-US" sz="1500" dirty="0"/>
          </a:p>
        </p:txBody>
      </p:sp>
      <p:sp>
        <p:nvSpPr>
          <p:cNvPr id="35" name="Section 21.7 page"/>
          <p:cNvSpPr txBox="1"/>
          <p:nvPr/>
        </p:nvSpPr>
        <p:spPr>
          <a:xfrm>
            <a:off x="11000232" y="3973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21-5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apitre 22 cercle"/>
          <p:cNvSpPr/>
          <p:nvPr/>
        </p:nvSpPr>
        <p:spPr>
          <a:xfrm>
            <a:off x="548640" y="548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" name="Chapitre 22 icône" descr="Autres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754380"/>
            <a:ext cx="411480" cy="411480"/>
          </a:xfrm>
          <a:prstGeom prst="rect">
            <a:avLst/>
          </a:prstGeom>
        </p:spPr>
      </p:pic>
      <p:sp>
        <p:nvSpPr>
          <p:cNvPr id="4" name="Numéro du chapitre"/>
          <p:cNvSpPr txBox="1"/>
          <p:nvPr/>
        </p:nvSpPr>
        <p:spPr>
          <a:xfrm>
            <a:off x="548640" y="1600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315468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Autres apps</a:t>
            </a:r>
            <a:endParaRPr lang="en-US" sz="2600" dirty="0"/>
          </a:p>
        </p:txBody>
      </p:sp>
      <p:sp>
        <p:nvSpPr>
          <p:cNvPr id="6" name="Pages du chapitre"/>
          <p:cNvSpPr txBox="1"/>
          <p:nvPr/>
        </p:nvSpPr>
        <p:spPr>
          <a:xfrm>
            <a:off x="548640" y="5760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Pages 22-1 à 22-3</a:t>
            </a:r>
            <a:endParaRPr lang="en-US" sz="1300" dirty="0"/>
          </a:p>
        </p:txBody>
      </p:sp>
      <p:sp>
        <p:nvSpPr>
          <p:cNvPr id="7" name="Section 22.1"/>
          <p:cNvSpPr/>
          <p:nvPr/>
        </p:nvSpPr>
        <p:spPr>
          <a:xfrm>
            <a:off x="4297680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8" name="Section 22.1 numéro"/>
          <p:cNvSpPr txBox="1"/>
          <p:nvPr/>
        </p:nvSpPr>
        <p:spPr>
          <a:xfrm>
            <a:off x="4480560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22.1</a:t>
            </a:r>
            <a:endParaRPr lang="en-US" sz="1400" dirty="0"/>
          </a:p>
        </p:txBody>
      </p:sp>
      <p:sp>
        <p:nvSpPr>
          <p:cNvPr id="9" name="Section 22.1 titre"/>
          <p:cNvSpPr txBox="1"/>
          <p:nvPr/>
        </p:nvSpPr>
        <p:spPr>
          <a:xfrm>
            <a:off x="5074920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Messages</a:t>
            </a:r>
            <a:endParaRPr lang="en-US" sz="1500" dirty="0"/>
          </a:p>
        </p:txBody>
      </p:sp>
      <p:sp>
        <p:nvSpPr>
          <p:cNvPr id="10" name="Section 22.1 page"/>
          <p:cNvSpPr txBox="1"/>
          <p:nvPr/>
        </p:nvSpPr>
        <p:spPr>
          <a:xfrm>
            <a:off x="7168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22-1</a:t>
            </a:r>
            <a:endParaRPr lang="en-US" sz="1100" dirty="0"/>
          </a:p>
        </p:txBody>
      </p:sp>
      <p:sp>
        <p:nvSpPr>
          <p:cNvPr id="11" name="Section 22.2"/>
          <p:cNvSpPr/>
          <p:nvPr/>
        </p:nvSpPr>
        <p:spPr>
          <a:xfrm>
            <a:off x="4297680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2" name="Section 22.2 numéro"/>
          <p:cNvSpPr txBox="1"/>
          <p:nvPr/>
        </p:nvSpPr>
        <p:spPr>
          <a:xfrm>
            <a:off x="4480560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</a:t>
            </a:r>
            <a:endParaRPr lang="en-US" sz="1400" dirty="0"/>
          </a:p>
        </p:txBody>
      </p:sp>
      <p:sp>
        <p:nvSpPr>
          <p:cNvPr id="13" name="Section 22.2 titre"/>
          <p:cNvSpPr txBox="1"/>
          <p:nvPr/>
        </p:nvSpPr>
        <p:spPr>
          <a:xfrm>
            <a:off x="5074920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Musique</a:t>
            </a:r>
            <a:endParaRPr lang="en-US" sz="1500" dirty="0"/>
          </a:p>
        </p:txBody>
      </p:sp>
      <p:sp>
        <p:nvSpPr>
          <p:cNvPr id="14" name="Section 22.2 page"/>
          <p:cNvSpPr txBox="1"/>
          <p:nvPr/>
        </p:nvSpPr>
        <p:spPr>
          <a:xfrm>
            <a:off x="7168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22-1</a:t>
            </a:r>
            <a:endParaRPr lang="en-US" sz="1100" dirty="0"/>
          </a:p>
        </p:txBody>
      </p:sp>
      <p:sp>
        <p:nvSpPr>
          <p:cNvPr id="15" name="Section 22.3"/>
          <p:cNvSpPr/>
          <p:nvPr/>
        </p:nvSpPr>
        <p:spPr>
          <a:xfrm>
            <a:off x="4297680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16" name="Section 22.3 numéro"/>
          <p:cNvSpPr txBox="1"/>
          <p:nvPr/>
        </p:nvSpPr>
        <p:spPr>
          <a:xfrm>
            <a:off x="4480560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22.3</a:t>
            </a:r>
            <a:endParaRPr lang="en-US" sz="1400" dirty="0"/>
          </a:p>
        </p:txBody>
      </p:sp>
      <p:sp>
        <p:nvSpPr>
          <p:cNvPr id="17" name="Section 22.3 titre"/>
          <p:cNvSpPr txBox="1"/>
          <p:nvPr/>
        </p:nvSpPr>
        <p:spPr>
          <a:xfrm>
            <a:off x="5074920" y="479602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TV</a:t>
            </a:r>
            <a:endParaRPr lang="en-US" sz="1500" dirty="0"/>
          </a:p>
        </p:txBody>
      </p:sp>
      <p:sp>
        <p:nvSpPr>
          <p:cNvPr id="18" name="Section 22.3 page"/>
          <p:cNvSpPr txBox="1"/>
          <p:nvPr/>
        </p:nvSpPr>
        <p:spPr>
          <a:xfrm>
            <a:off x="7168896" y="479602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22-2</a:t>
            </a:r>
            <a:endParaRPr lang="en-US" sz="1100" dirty="0"/>
          </a:p>
        </p:txBody>
      </p:sp>
      <p:sp>
        <p:nvSpPr>
          <p:cNvPr id="19" name="Section 22.4"/>
          <p:cNvSpPr/>
          <p:nvPr/>
        </p:nvSpPr>
        <p:spPr>
          <a:xfrm>
            <a:off x="8129016" y="114300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0" name="Section 22.4 numéro"/>
          <p:cNvSpPr txBox="1"/>
          <p:nvPr/>
        </p:nvSpPr>
        <p:spPr>
          <a:xfrm>
            <a:off x="8311896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</a:t>
            </a:r>
            <a:endParaRPr lang="en-US" sz="1400" dirty="0"/>
          </a:p>
        </p:txBody>
      </p:sp>
      <p:sp>
        <p:nvSpPr>
          <p:cNvPr id="21" name="Section 22.4 titre"/>
          <p:cNvSpPr txBox="1"/>
          <p:nvPr/>
        </p:nvSpPr>
        <p:spPr>
          <a:xfrm>
            <a:off x="8906256" y="168706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Balados</a:t>
            </a:r>
            <a:endParaRPr lang="en-US" sz="1500" dirty="0"/>
          </a:p>
        </p:txBody>
      </p:sp>
      <p:sp>
        <p:nvSpPr>
          <p:cNvPr id="22" name="Section 22.4 page"/>
          <p:cNvSpPr txBox="1"/>
          <p:nvPr/>
        </p:nvSpPr>
        <p:spPr>
          <a:xfrm>
            <a:off x="11000232" y="16870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22-2</a:t>
            </a:r>
            <a:endParaRPr lang="en-US" sz="1100" dirty="0"/>
          </a:p>
        </p:txBody>
      </p:sp>
      <p:sp>
        <p:nvSpPr>
          <p:cNvPr id="23" name="Section 22.5"/>
          <p:cNvSpPr/>
          <p:nvPr/>
        </p:nvSpPr>
        <p:spPr>
          <a:xfrm>
            <a:off x="8129016" y="269748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4" name="Section 22.5 numéro"/>
          <p:cNvSpPr txBox="1"/>
          <p:nvPr/>
        </p:nvSpPr>
        <p:spPr>
          <a:xfrm>
            <a:off x="8311896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22.5</a:t>
            </a:r>
            <a:endParaRPr lang="en-US" sz="1400" dirty="0"/>
          </a:p>
        </p:txBody>
      </p:sp>
      <p:sp>
        <p:nvSpPr>
          <p:cNvPr id="25" name="Section 22.5 titre"/>
          <p:cNvSpPr txBox="1"/>
          <p:nvPr/>
        </p:nvSpPr>
        <p:spPr>
          <a:xfrm>
            <a:off x="8906256" y="3241548"/>
            <a:ext cx="20482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Astuces</a:t>
            </a:r>
            <a:endParaRPr lang="en-US" sz="1500" dirty="0"/>
          </a:p>
        </p:txBody>
      </p:sp>
      <p:sp>
        <p:nvSpPr>
          <p:cNvPr id="26" name="Section 22.5 page"/>
          <p:cNvSpPr txBox="1"/>
          <p:nvPr/>
        </p:nvSpPr>
        <p:spPr>
          <a:xfrm>
            <a:off x="11000232" y="324154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22-2</a:t>
            </a:r>
            <a:endParaRPr lang="en-US" sz="1100" dirty="0"/>
          </a:p>
        </p:txBody>
      </p:sp>
      <p:sp>
        <p:nvSpPr>
          <p:cNvPr id="27" name="Section 22.6"/>
          <p:cNvSpPr/>
          <p:nvPr/>
        </p:nvSpPr>
        <p:spPr>
          <a:xfrm>
            <a:off x="8129016" y="4251960"/>
            <a:ext cx="3602736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8" name="Section 22.6 numéro"/>
          <p:cNvSpPr txBox="1"/>
          <p:nvPr/>
        </p:nvSpPr>
        <p:spPr>
          <a:xfrm>
            <a:off x="8311896" y="4677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22.6</a:t>
            </a:r>
            <a:endParaRPr lang="en-US" sz="1400" dirty="0"/>
          </a:p>
        </p:txBody>
      </p:sp>
      <p:sp>
        <p:nvSpPr>
          <p:cNvPr id="29" name="Section 22.6 titre"/>
          <p:cNvSpPr txBox="1"/>
          <p:nvPr/>
        </p:nvSpPr>
        <p:spPr>
          <a:xfrm>
            <a:off x="8906256" y="4677156"/>
            <a:ext cx="2048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Suggestions d’Apps populaires</a:t>
            </a:r>
            <a:endParaRPr lang="en-US" sz="1500" dirty="0"/>
          </a:p>
        </p:txBody>
      </p:sp>
      <p:sp>
        <p:nvSpPr>
          <p:cNvPr id="30" name="Section 22.6 page"/>
          <p:cNvSpPr txBox="1"/>
          <p:nvPr/>
        </p:nvSpPr>
        <p:spPr>
          <a:xfrm>
            <a:off x="11000232" y="467715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22-3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Pour terminer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Conclusion, sources et exercices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44805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Mettez en pratique ce que vous avez appris</a:t>
            </a:r>
            <a:endParaRPr lang="en-US" sz="1600" dirty="0"/>
          </a:p>
        </p:txBody>
      </p:sp>
      <p:sp>
        <p:nvSpPr>
          <p:cNvPr id="5" name="Clôture Conclusion"/>
          <p:cNvSpPr/>
          <p:nvPr/>
        </p:nvSpPr>
        <p:spPr>
          <a:xfrm>
            <a:off x="7863840" y="1417320"/>
            <a:ext cx="37764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6" name="Clôture Conclusion cercle"/>
          <p:cNvSpPr/>
          <p:nvPr/>
        </p:nvSpPr>
        <p:spPr>
          <a:xfrm>
            <a:off x="80924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Clôture Conclusion icône" descr="Conclu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2460" y="1805940"/>
            <a:ext cx="320040" cy="320040"/>
          </a:xfrm>
          <a:prstGeom prst="rect">
            <a:avLst/>
          </a:prstGeom>
        </p:spPr>
      </p:pic>
      <p:sp>
        <p:nvSpPr>
          <p:cNvPr id="8" name="Clôture Conclusion texte"/>
          <p:cNvSpPr txBox="1"/>
          <p:nvPr/>
        </p:nvSpPr>
        <p:spPr>
          <a:xfrm>
            <a:off x="8915400" y="15544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23  Conclusion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p. 23-1</a:t>
            </a:r>
            <a:endParaRPr lang="en-US" sz="1700" dirty="0"/>
          </a:p>
        </p:txBody>
      </p:sp>
      <p:sp>
        <p:nvSpPr>
          <p:cNvPr id="9" name="Clôture Sources et références"/>
          <p:cNvSpPr/>
          <p:nvPr/>
        </p:nvSpPr>
        <p:spPr>
          <a:xfrm>
            <a:off x="7863840" y="2788920"/>
            <a:ext cx="37764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0" name="Clôture Sources et références cercle"/>
          <p:cNvSpPr/>
          <p:nvPr/>
        </p:nvSpPr>
        <p:spPr>
          <a:xfrm>
            <a:off x="8092440" y="30175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Clôture Sources et références icône" descr="Sources et référenc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460" y="3177540"/>
            <a:ext cx="320040" cy="320040"/>
          </a:xfrm>
          <a:prstGeom prst="rect">
            <a:avLst/>
          </a:prstGeom>
        </p:spPr>
      </p:pic>
      <p:sp>
        <p:nvSpPr>
          <p:cNvPr id="12" name="Clôture Sources et références texte"/>
          <p:cNvSpPr txBox="1"/>
          <p:nvPr/>
        </p:nvSpPr>
        <p:spPr>
          <a:xfrm>
            <a:off x="8915400" y="29260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24  Sources et références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p. 23-1</a:t>
            </a:r>
            <a:endParaRPr lang="en-US" sz="1700" dirty="0"/>
          </a:p>
        </p:txBody>
      </p:sp>
      <p:sp>
        <p:nvSpPr>
          <p:cNvPr id="13" name="Clôture Exercices"/>
          <p:cNvSpPr/>
          <p:nvPr/>
        </p:nvSpPr>
        <p:spPr>
          <a:xfrm>
            <a:off x="7863840" y="4160520"/>
            <a:ext cx="37764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4" name="Clôture Exercices cercle"/>
          <p:cNvSpPr/>
          <p:nvPr/>
        </p:nvSpPr>
        <p:spPr>
          <a:xfrm>
            <a:off x="8092440" y="43891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Clôture Exercices icône" descr="Exercic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2460" y="4549140"/>
            <a:ext cx="320040" cy="320040"/>
          </a:xfrm>
          <a:prstGeom prst="rect">
            <a:avLst/>
          </a:prstGeom>
        </p:spPr>
      </p:pic>
      <p:sp>
        <p:nvSpPr>
          <p:cNvPr id="16" name="Clôture Exercices texte"/>
          <p:cNvSpPr txBox="1"/>
          <p:nvPr/>
        </p:nvSpPr>
        <p:spPr>
          <a:xfrm>
            <a:off x="8915400" y="429768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Exercices</a:t>
            </a:r>
            <a:endParaRPr lang="en-US" sz="17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En fin de document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pple Formation">
  <a:themeElements>
    <a:clrScheme name="Apple Formation">
      <a:dk1>
        <a:srgbClr val="1D1D1F"/>
      </a:dk1>
      <a:lt1>
        <a:srgbClr val="FFFFFF"/>
      </a:lt1>
      <a:dk2>
        <a:srgbClr val="3A3A3C"/>
      </a:dk2>
      <a:lt2>
        <a:srgbClr val="F5F5F7"/>
      </a:lt2>
      <a:accent1>
        <a:srgbClr val="C2410C"/>
      </a:accent1>
      <a:accent2>
        <a:srgbClr val="FB923C"/>
      </a:accent2>
      <a:accent3>
        <a:srgbClr val="6E6E73"/>
      </a:accent3>
      <a:accent4>
        <a:srgbClr val="A1A1A6"/>
      </a:accent4>
      <a:accent5>
        <a:srgbClr val="D2D2D7"/>
      </a:accent5>
      <a:accent6>
        <a:srgbClr val="2F855A"/>
      </a:accent6>
      <a:hlink>
        <a:srgbClr val="C2410C"/>
      </a:hlink>
      <a:folHlink>
        <a:srgbClr val="6E6E73"/>
      </a:folHlink>
    </a:clrScheme>
    <a:fontScheme name="Apple Formati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Tablettes et téléphones Apple – Table des matières</dc:title>
  <dc:subject>PptxGenJS Presentation</dc:subject>
  <dc:creator>Philippe Beaubien</dc:creator>
  <cp:lastModifiedBy>Philippe Beaubien</cp:lastModifiedBy>
  <cp:revision>1</cp:revision>
  <dcterms:created xsi:type="dcterms:W3CDTF">2026-10-30T11:23:40Z</dcterms:created>
  <dcterms:modified xsi:type="dcterms:W3CDTF">2026-10-30T11:23:40Z</dcterms:modified>
</cp:coreProperties>
</file>